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
  </p:notesMasterIdLst>
  <p:sldIdLst>
    <p:sldId id="256" r:id="rId2"/>
    <p:sldId id="257" r:id="rId3"/>
    <p:sldId id="258" r:id="rId4"/>
    <p:sldId id="259" r:id="rId5"/>
    <p:sldId id="260" r:id="rId6"/>
    <p:sldId id="261" r:id="rId7"/>
    <p:sldId id="266" r:id="rId8"/>
    <p:sldId id="262" r:id="rId9"/>
    <p:sldId id="263" r:id="rId10"/>
    <p:sldId id="264" r:id="rId11"/>
    <p:sldId id="265"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56082"/>
    <a:srgbClr val="133851"/>
    <a:srgbClr val="0F2D41"/>
    <a:srgbClr val="11344B"/>
    <a:srgbClr val="112E4B"/>
    <a:srgbClr val="123252"/>
    <a:srgbClr val="14385C"/>
    <a:srgbClr val="114E69"/>
    <a:srgbClr val="0A1B2C"/>
    <a:srgbClr val="102E4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4925" autoAdjust="0"/>
  </p:normalViewPr>
  <p:slideViewPr>
    <p:cSldViewPr snapToGrid="0">
      <p:cViewPr varScale="1">
        <p:scale>
          <a:sx n="90" d="100"/>
          <a:sy n="90" d="100"/>
        </p:scale>
        <p:origin x="1392"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diagrams/_rels/data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svg"/><Relationship Id="rId1" Type="http://schemas.openxmlformats.org/officeDocument/2006/relationships/image" Target="../media/image2.svg"/><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diagrams/_rels/data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image" Target="../media/image10.svg"/></Relationships>
</file>

<file path=ppt/diagrams/_rels/data4.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image" Target="../media/image14.svg"/></Relationships>
</file>

<file path=ppt/diagrams/_rels/drawing1.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svg"/><Relationship Id="rId7" Type="http://schemas.openxmlformats.org/officeDocument/2006/relationships/image" Target="../media/image8.svg"/><Relationship Id="rId2" Type="http://schemas.openxmlformats.org/officeDocument/2006/relationships/image" Target="../media/image3.svg"/><Relationship Id="rId1" Type="http://schemas.openxmlformats.org/officeDocument/2006/relationships/image" Target="../media/image2.svg"/><Relationship Id="rId6" Type="http://schemas.openxmlformats.org/officeDocument/2006/relationships/image" Target="../media/image7.svg"/><Relationship Id="rId5" Type="http://schemas.openxmlformats.org/officeDocument/2006/relationships/image" Target="../media/image6.svg"/><Relationship Id="rId4" Type="http://schemas.openxmlformats.org/officeDocument/2006/relationships/image" Target="../media/image5.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2.svg"/><Relationship Id="rId2" Type="http://schemas.openxmlformats.org/officeDocument/2006/relationships/image" Target="../media/image11.svg"/><Relationship Id="rId1" Type="http://schemas.openxmlformats.org/officeDocument/2006/relationships/image" Target="../media/image10.svg"/></Relationships>
</file>

<file path=ppt/diagrams/_rels/drawing4.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image" Target="../media/image14.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18/5/colors/Iconchunking_neutralicon_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bg1"/>
    </dgm:fillClrLst>
    <dgm:linClrLst meth="repeat">
      <a:schemeClr val="lt2">
        <a:alpha val="0"/>
      </a:schemeClr>
    </dgm:linClrLst>
    <dgm:effectClrLst/>
    <dgm:txLinClrLst/>
    <dgm:txFillClrLst meth="repeat">
      <a:schemeClr val="dk1"/>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dgm:fillClrLst>
    <dgm:linClrLst meth="repeat">
      <a:schemeClr val="lt2">
        <a:alpha val="0"/>
      </a:schemeClr>
    </dgm:linClrLst>
    <dgm:effectClrLst/>
    <dgm:txLinClrLst/>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a:alpha val="0"/>
      </a:schemeClr>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EA4B71D-D02E-4276-B632-97970ECAAC7F}"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D674F1C0-8C23-4F26-9574-449D5429433F}">
      <dgm:prSet/>
      <dgm:spPr/>
      <dgm:t>
        <a:bodyPr/>
        <a:lstStyle/>
        <a:p>
          <a:pPr>
            <a:lnSpc>
              <a:spcPct val="100000"/>
            </a:lnSpc>
          </a:pPr>
          <a:r>
            <a:rPr lang="en-US"/>
            <a:t>Members</a:t>
          </a:r>
        </a:p>
      </dgm:t>
    </dgm:pt>
    <dgm:pt modelId="{7023AB73-BABB-46B0-A1C9-3F81A792D9F6}" type="parTrans" cxnId="{41F8A53A-4E33-4FD4-A648-D2D7301D945A}">
      <dgm:prSet/>
      <dgm:spPr/>
      <dgm:t>
        <a:bodyPr/>
        <a:lstStyle/>
        <a:p>
          <a:endParaRPr lang="en-US"/>
        </a:p>
      </dgm:t>
    </dgm:pt>
    <dgm:pt modelId="{7109D8C1-9EE7-4ADF-BF90-84664A6B3D43}" type="sibTrans" cxnId="{41F8A53A-4E33-4FD4-A648-D2D7301D945A}">
      <dgm:prSet/>
      <dgm:spPr/>
      <dgm:t>
        <a:bodyPr/>
        <a:lstStyle/>
        <a:p>
          <a:pPr>
            <a:lnSpc>
              <a:spcPct val="100000"/>
            </a:lnSpc>
          </a:pPr>
          <a:endParaRPr lang="en-US"/>
        </a:p>
      </dgm:t>
    </dgm:pt>
    <dgm:pt modelId="{CCCEAA6E-F658-44FB-A6FA-006C862BE47A}">
      <dgm:prSet/>
      <dgm:spPr/>
      <dgm:t>
        <a:bodyPr/>
        <a:lstStyle/>
        <a:p>
          <a:pPr>
            <a:lnSpc>
              <a:spcPct val="100000"/>
            </a:lnSpc>
          </a:pPr>
          <a:r>
            <a:rPr lang="en-US"/>
            <a:t>The Arcane Armoury Project</a:t>
          </a:r>
        </a:p>
      </dgm:t>
    </dgm:pt>
    <dgm:pt modelId="{5CAAAB20-CBD0-4163-BB2B-B656FA2F9377}" type="parTrans" cxnId="{80ACEC2D-B4F3-402D-A037-9D8671CB425A}">
      <dgm:prSet/>
      <dgm:spPr/>
      <dgm:t>
        <a:bodyPr/>
        <a:lstStyle/>
        <a:p>
          <a:endParaRPr lang="en-US"/>
        </a:p>
      </dgm:t>
    </dgm:pt>
    <dgm:pt modelId="{6A2771FA-0B4F-43B2-82BE-C69344F89076}" type="sibTrans" cxnId="{80ACEC2D-B4F3-402D-A037-9D8671CB425A}">
      <dgm:prSet/>
      <dgm:spPr/>
      <dgm:t>
        <a:bodyPr/>
        <a:lstStyle/>
        <a:p>
          <a:pPr>
            <a:lnSpc>
              <a:spcPct val="100000"/>
            </a:lnSpc>
          </a:pPr>
          <a:endParaRPr lang="en-US"/>
        </a:p>
      </dgm:t>
    </dgm:pt>
    <dgm:pt modelId="{9CCE6C23-3D46-4108-9BF7-CDB81B26BD64}">
      <dgm:prSet/>
      <dgm:spPr/>
      <dgm:t>
        <a:bodyPr/>
        <a:lstStyle/>
        <a:p>
          <a:pPr>
            <a:lnSpc>
              <a:spcPct val="100000"/>
            </a:lnSpc>
          </a:pPr>
          <a:r>
            <a:rPr lang="en-US"/>
            <a:t>Scope</a:t>
          </a:r>
        </a:p>
      </dgm:t>
    </dgm:pt>
    <dgm:pt modelId="{CBD977FB-2B56-489E-A948-5F7FA6EFDC04}" type="parTrans" cxnId="{D64D89B0-00BB-4511-9F21-2F79F8DC1435}">
      <dgm:prSet/>
      <dgm:spPr/>
      <dgm:t>
        <a:bodyPr/>
        <a:lstStyle/>
        <a:p>
          <a:endParaRPr lang="en-US"/>
        </a:p>
      </dgm:t>
    </dgm:pt>
    <dgm:pt modelId="{6D355B64-216B-4505-9708-F851F78CC19E}" type="sibTrans" cxnId="{D64D89B0-00BB-4511-9F21-2F79F8DC1435}">
      <dgm:prSet/>
      <dgm:spPr/>
      <dgm:t>
        <a:bodyPr/>
        <a:lstStyle/>
        <a:p>
          <a:pPr>
            <a:lnSpc>
              <a:spcPct val="100000"/>
            </a:lnSpc>
          </a:pPr>
          <a:endParaRPr lang="en-US"/>
        </a:p>
      </dgm:t>
    </dgm:pt>
    <dgm:pt modelId="{1EE7DD0C-E6BE-4604-947A-DFE53FF7B954}">
      <dgm:prSet/>
      <dgm:spPr/>
      <dgm:t>
        <a:bodyPr/>
        <a:lstStyle/>
        <a:p>
          <a:pPr>
            <a:lnSpc>
              <a:spcPct val="100000"/>
            </a:lnSpc>
          </a:pPr>
          <a:r>
            <a:rPr lang="en-US"/>
            <a:t>Tech Stack</a:t>
          </a:r>
        </a:p>
      </dgm:t>
    </dgm:pt>
    <dgm:pt modelId="{3FBA5022-8B68-443A-B445-6FDD950C2932}" type="parTrans" cxnId="{53083232-763E-4646-9B5C-6982FCABBBCC}">
      <dgm:prSet/>
      <dgm:spPr/>
      <dgm:t>
        <a:bodyPr/>
        <a:lstStyle/>
        <a:p>
          <a:endParaRPr lang="en-US"/>
        </a:p>
      </dgm:t>
    </dgm:pt>
    <dgm:pt modelId="{DCE7B03B-4697-4376-9302-A840E44195FD}" type="sibTrans" cxnId="{53083232-763E-4646-9B5C-6982FCABBBCC}">
      <dgm:prSet/>
      <dgm:spPr/>
      <dgm:t>
        <a:bodyPr/>
        <a:lstStyle/>
        <a:p>
          <a:pPr>
            <a:lnSpc>
              <a:spcPct val="100000"/>
            </a:lnSpc>
          </a:pPr>
          <a:endParaRPr lang="en-US"/>
        </a:p>
      </dgm:t>
    </dgm:pt>
    <dgm:pt modelId="{3094569D-331F-4B8E-978C-3438104A92F3}">
      <dgm:prSet/>
      <dgm:spPr/>
      <dgm:t>
        <a:bodyPr/>
        <a:lstStyle/>
        <a:p>
          <a:pPr>
            <a:lnSpc>
              <a:spcPct val="100000"/>
            </a:lnSpc>
          </a:pPr>
          <a:r>
            <a:rPr lang="en-US"/>
            <a:t>Demo</a:t>
          </a:r>
        </a:p>
      </dgm:t>
    </dgm:pt>
    <dgm:pt modelId="{8038F9DE-68DC-42A2-A608-D601E08DE5EE}" type="parTrans" cxnId="{8D8DB4E8-6921-4E36-93C0-1A9D3EA95E41}">
      <dgm:prSet/>
      <dgm:spPr/>
      <dgm:t>
        <a:bodyPr/>
        <a:lstStyle/>
        <a:p>
          <a:endParaRPr lang="en-US"/>
        </a:p>
      </dgm:t>
    </dgm:pt>
    <dgm:pt modelId="{C5C99012-0606-47DC-A46A-B378E41D62E0}" type="sibTrans" cxnId="{8D8DB4E8-6921-4E36-93C0-1A9D3EA95E41}">
      <dgm:prSet/>
      <dgm:spPr/>
      <dgm:t>
        <a:bodyPr/>
        <a:lstStyle/>
        <a:p>
          <a:pPr>
            <a:lnSpc>
              <a:spcPct val="100000"/>
            </a:lnSpc>
          </a:pPr>
          <a:endParaRPr lang="en-US"/>
        </a:p>
      </dgm:t>
    </dgm:pt>
    <dgm:pt modelId="{66599E07-9442-40BD-9EA6-0CBE4382643F}">
      <dgm:prSet/>
      <dgm:spPr/>
      <dgm:t>
        <a:bodyPr/>
        <a:lstStyle/>
        <a:p>
          <a:pPr>
            <a:lnSpc>
              <a:spcPct val="100000"/>
            </a:lnSpc>
          </a:pPr>
          <a:r>
            <a:rPr lang="en-US"/>
            <a:t>The Good Things</a:t>
          </a:r>
        </a:p>
      </dgm:t>
    </dgm:pt>
    <dgm:pt modelId="{E63BC4C2-51FE-42B2-9884-3A016B24D62D}" type="parTrans" cxnId="{27C55F97-D7FB-4F25-8EAF-84066B38DBC9}">
      <dgm:prSet/>
      <dgm:spPr/>
      <dgm:t>
        <a:bodyPr/>
        <a:lstStyle/>
        <a:p>
          <a:endParaRPr lang="en-US"/>
        </a:p>
      </dgm:t>
    </dgm:pt>
    <dgm:pt modelId="{170F0204-3B51-433E-B8D1-77E5EA4A5260}" type="sibTrans" cxnId="{27C55F97-D7FB-4F25-8EAF-84066B38DBC9}">
      <dgm:prSet/>
      <dgm:spPr/>
      <dgm:t>
        <a:bodyPr/>
        <a:lstStyle/>
        <a:p>
          <a:pPr>
            <a:lnSpc>
              <a:spcPct val="100000"/>
            </a:lnSpc>
          </a:pPr>
          <a:endParaRPr lang="en-US"/>
        </a:p>
      </dgm:t>
    </dgm:pt>
    <dgm:pt modelId="{8AECDFA5-2ADF-4707-BDA2-780FB9ACA769}">
      <dgm:prSet/>
      <dgm:spPr/>
      <dgm:t>
        <a:bodyPr/>
        <a:lstStyle/>
        <a:p>
          <a:pPr>
            <a:lnSpc>
              <a:spcPct val="100000"/>
            </a:lnSpc>
          </a:pPr>
          <a:r>
            <a:rPr lang="en-US"/>
            <a:t>Challenges</a:t>
          </a:r>
        </a:p>
      </dgm:t>
    </dgm:pt>
    <dgm:pt modelId="{C143DCA0-6C30-4003-95CC-E69447757A91}" type="parTrans" cxnId="{8C03F3A9-C50E-408E-BEA6-91BF7B990DBF}">
      <dgm:prSet/>
      <dgm:spPr/>
      <dgm:t>
        <a:bodyPr/>
        <a:lstStyle/>
        <a:p>
          <a:endParaRPr lang="en-US"/>
        </a:p>
      </dgm:t>
    </dgm:pt>
    <dgm:pt modelId="{1772D367-B4B8-43B4-958B-F45403EE0E2F}" type="sibTrans" cxnId="{8C03F3A9-C50E-408E-BEA6-91BF7B990DBF}">
      <dgm:prSet/>
      <dgm:spPr/>
      <dgm:t>
        <a:bodyPr/>
        <a:lstStyle/>
        <a:p>
          <a:pPr>
            <a:lnSpc>
              <a:spcPct val="100000"/>
            </a:lnSpc>
          </a:pPr>
          <a:endParaRPr lang="en-US"/>
        </a:p>
      </dgm:t>
    </dgm:pt>
    <dgm:pt modelId="{82ADE63E-65F3-42D1-A8F3-BAF742698F61}">
      <dgm:prSet/>
      <dgm:spPr/>
      <dgm:t>
        <a:bodyPr/>
        <a:lstStyle/>
        <a:p>
          <a:pPr>
            <a:lnSpc>
              <a:spcPct val="100000"/>
            </a:lnSpc>
          </a:pPr>
          <a:r>
            <a:rPr lang="en-US"/>
            <a:t>Lessons learned </a:t>
          </a:r>
        </a:p>
      </dgm:t>
    </dgm:pt>
    <dgm:pt modelId="{85AAE5C3-E88F-4841-9BA8-6D303223C8D9}" type="parTrans" cxnId="{898306E8-7141-433C-B416-9CFD2E68A339}">
      <dgm:prSet/>
      <dgm:spPr/>
      <dgm:t>
        <a:bodyPr/>
        <a:lstStyle/>
        <a:p>
          <a:endParaRPr lang="en-US"/>
        </a:p>
      </dgm:t>
    </dgm:pt>
    <dgm:pt modelId="{82E976F6-F29E-4137-8A20-BBA55CE8CF87}" type="sibTrans" cxnId="{898306E8-7141-433C-B416-9CFD2E68A339}">
      <dgm:prSet/>
      <dgm:spPr/>
      <dgm:t>
        <a:bodyPr/>
        <a:lstStyle/>
        <a:p>
          <a:endParaRPr lang="en-US"/>
        </a:p>
      </dgm:t>
    </dgm:pt>
    <dgm:pt modelId="{4CFB55F4-6451-4BC4-8D56-ACAEB75AB748}" type="pres">
      <dgm:prSet presAssocID="{4EA4B71D-D02E-4276-B632-97970ECAAC7F}" presName="root" presStyleCnt="0">
        <dgm:presLayoutVars>
          <dgm:dir/>
          <dgm:resizeHandles val="exact"/>
        </dgm:presLayoutVars>
      </dgm:prSet>
      <dgm:spPr/>
    </dgm:pt>
    <dgm:pt modelId="{F2BA8A21-56D6-4CFD-A025-0EC15385B51D}" type="pres">
      <dgm:prSet presAssocID="{4EA4B71D-D02E-4276-B632-97970ECAAC7F}" presName="container" presStyleCnt="0">
        <dgm:presLayoutVars>
          <dgm:dir/>
          <dgm:resizeHandles val="exact"/>
        </dgm:presLayoutVars>
      </dgm:prSet>
      <dgm:spPr/>
    </dgm:pt>
    <dgm:pt modelId="{CCA2F87A-7EF8-4D56-B11C-F07577214E0E}" type="pres">
      <dgm:prSet presAssocID="{D674F1C0-8C23-4F26-9574-449D5429433F}" presName="compNode" presStyleCnt="0"/>
      <dgm:spPr/>
    </dgm:pt>
    <dgm:pt modelId="{1522FE74-D260-4D53-9B2B-E5054A79D475}" type="pres">
      <dgm:prSet presAssocID="{D674F1C0-8C23-4F26-9574-449D5429433F}" presName="iconBgRect" presStyleLbl="bgShp" presStyleIdx="0" presStyleCnt="8"/>
      <dgm:spPr/>
    </dgm:pt>
    <dgm:pt modelId="{5AF69626-1D0F-47E7-A8D4-870C84991D80}" type="pres">
      <dgm:prSet presAssocID="{D674F1C0-8C23-4F26-9574-449D5429433F}" presName="iconRect" presStyleLbl="node1" presStyleIdx="0"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Users"/>
        </a:ext>
      </dgm:extLst>
    </dgm:pt>
    <dgm:pt modelId="{10B139D4-0039-4AEF-A7B9-F77F1ABB73DA}" type="pres">
      <dgm:prSet presAssocID="{D674F1C0-8C23-4F26-9574-449D5429433F}" presName="spaceRect" presStyleCnt="0"/>
      <dgm:spPr/>
    </dgm:pt>
    <dgm:pt modelId="{32EC8A32-1EAE-4DB7-BB6E-2E0C551A4194}" type="pres">
      <dgm:prSet presAssocID="{D674F1C0-8C23-4F26-9574-449D5429433F}" presName="textRect" presStyleLbl="revTx" presStyleIdx="0" presStyleCnt="8">
        <dgm:presLayoutVars>
          <dgm:chMax val="1"/>
          <dgm:chPref val="1"/>
        </dgm:presLayoutVars>
      </dgm:prSet>
      <dgm:spPr/>
    </dgm:pt>
    <dgm:pt modelId="{9B2861EE-43E9-46D0-983E-185CAFF8B377}" type="pres">
      <dgm:prSet presAssocID="{7109D8C1-9EE7-4ADF-BF90-84664A6B3D43}" presName="sibTrans" presStyleLbl="sibTrans2D1" presStyleIdx="0" presStyleCnt="0"/>
      <dgm:spPr/>
    </dgm:pt>
    <dgm:pt modelId="{7D82284A-B10A-4E59-80C0-D88BA3755869}" type="pres">
      <dgm:prSet presAssocID="{CCCEAA6E-F658-44FB-A6FA-006C862BE47A}" presName="compNode" presStyleCnt="0"/>
      <dgm:spPr/>
    </dgm:pt>
    <dgm:pt modelId="{8B62AC3A-0338-457C-8685-826002301537}" type="pres">
      <dgm:prSet presAssocID="{CCCEAA6E-F658-44FB-A6FA-006C862BE47A}" presName="iconBgRect" presStyleLbl="bgShp" presStyleIdx="1" presStyleCnt="8"/>
      <dgm:spPr/>
    </dgm:pt>
    <dgm:pt modelId="{098E41A7-69DE-489C-9A7B-7C791D4B63CD}" type="pres">
      <dgm:prSet presAssocID="{CCCEAA6E-F658-44FB-A6FA-006C862BE47A}" presName="iconRect" presStyleLbl="node1" presStyleIdx="1"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Fire"/>
        </a:ext>
      </dgm:extLst>
    </dgm:pt>
    <dgm:pt modelId="{1E497034-FEA1-4A38-9E2A-1978917DDBC6}" type="pres">
      <dgm:prSet presAssocID="{CCCEAA6E-F658-44FB-A6FA-006C862BE47A}" presName="spaceRect" presStyleCnt="0"/>
      <dgm:spPr/>
    </dgm:pt>
    <dgm:pt modelId="{CDF27ADE-7877-4ADF-9714-649DB0C33856}" type="pres">
      <dgm:prSet presAssocID="{CCCEAA6E-F658-44FB-A6FA-006C862BE47A}" presName="textRect" presStyleLbl="revTx" presStyleIdx="1" presStyleCnt="8">
        <dgm:presLayoutVars>
          <dgm:chMax val="1"/>
          <dgm:chPref val="1"/>
        </dgm:presLayoutVars>
      </dgm:prSet>
      <dgm:spPr/>
    </dgm:pt>
    <dgm:pt modelId="{F83E6B7B-FB8D-4387-B0AF-5A5367A70174}" type="pres">
      <dgm:prSet presAssocID="{6A2771FA-0B4F-43B2-82BE-C69344F89076}" presName="sibTrans" presStyleLbl="sibTrans2D1" presStyleIdx="0" presStyleCnt="0"/>
      <dgm:spPr/>
    </dgm:pt>
    <dgm:pt modelId="{5F73F448-CF9C-4B27-8CEB-867F766B8F7F}" type="pres">
      <dgm:prSet presAssocID="{9CCE6C23-3D46-4108-9BF7-CDB81B26BD64}" presName="compNode" presStyleCnt="0"/>
      <dgm:spPr/>
    </dgm:pt>
    <dgm:pt modelId="{4708A468-468A-4FE9-A30F-8ABD8F2E1315}" type="pres">
      <dgm:prSet presAssocID="{9CCE6C23-3D46-4108-9BF7-CDB81B26BD64}" presName="iconBgRect" presStyleLbl="bgShp" presStyleIdx="2" presStyleCnt="8"/>
      <dgm:spPr/>
    </dgm:pt>
    <dgm:pt modelId="{6CBCB5E8-2351-4631-AEBA-59D40C232839}" type="pres">
      <dgm:prSet presAssocID="{9CCE6C23-3D46-4108-9BF7-CDB81B26BD64}" presName="iconRect" presStyleLbl="node1" presStyleIdx="2"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Checkmark"/>
        </a:ext>
      </dgm:extLst>
    </dgm:pt>
    <dgm:pt modelId="{78479D46-FC58-4444-B6C0-222F7F272D5B}" type="pres">
      <dgm:prSet presAssocID="{9CCE6C23-3D46-4108-9BF7-CDB81B26BD64}" presName="spaceRect" presStyleCnt="0"/>
      <dgm:spPr/>
    </dgm:pt>
    <dgm:pt modelId="{A27A144F-8B47-43D6-84C7-D7AD1C3FBB01}" type="pres">
      <dgm:prSet presAssocID="{9CCE6C23-3D46-4108-9BF7-CDB81B26BD64}" presName="textRect" presStyleLbl="revTx" presStyleIdx="2" presStyleCnt="8">
        <dgm:presLayoutVars>
          <dgm:chMax val="1"/>
          <dgm:chPref val="1"/>
        </dgm:presLayoutVars>
      </dgm:prSet>
      <dgm:spPr/>
    </dgm:pt>
    <dgm:pt modelId="{2C112DF1-DA5B-4B62-AA97-D7B1A28F8871}" type="pres">
      <dgm:prSet presAssocID="{6D355B64-216B-4505-9708-F851F78CC19E}" presName="sibTrans" presStyleLbl="sibTrans2D1" presStyleIdx="0" presStyleCnt="0"/>
      <dgm:spPr/>
    </dgm:pt>
    <dgm:pt modelId="{DE3ED43F-4812-43FD-9439-0B75214C52E5}" type="pres">
      <dgm:prSet presAssocID="{1EE7DD0C-E6BE-4604-947A-DFE53FF7B954}" presName="compNode" presStyleCnt="0"/>
      <dgm:spPr/>
    </dgm:pt>
    <dgm:pt modelId="{59445489-AD56-433A-B6BE-56D8F2250778}" type="pres">
      <dgm:prSet presAssocID="{1EE7DD0C-E6BE-4604-947A-DFE53FF7B954}" presName="iconBgRect" presStyleLbl="bgShp" presStyleIdx="3" presStyleCnt="8"/>
      <dgm:spPr/>
    </dgm:pt>
    <dgm:pt modelId="{5419D184-5E86-4E5A-AE49-5F4F629CEBF4}" type="pres">
      <dgm:prSet presAssocID="{1EE7DD0C-E6BE-4604-947A-DFE53FF7B954}" presName="iconRect" presStyleLbl="node1" presStyleIdx="3"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Database"/>
        </a:ext>
      </dgm:extLst>
    </dgm:pt>
    <dgm:pt modelId="{2B88F6D3-321A-4159-9D2A-1EBCE81467F9}" type="pres">
      <dgm:prSet presAssocID="{1EE7DD0C-E6BE-4604-947A-DFE53FF7B954}" presName="spaceRect" presStyleCnt="0"/>
      <dgm:spPr/>
    </dgm:pt>
    <dgm:pt modelId="{7E5A78AB-4DE8-462D-BF8D-6429C87E0925}" type="pres">
      <dgm:prSet presAssocID="{1EE7DD0C-E6BE-4604-947A-DFE53FF7B954}" presName="textRect" presStyleLbl="revTx" presStyleIdx="3" presStyleCnt="8">
        <dgm:presLayoutVars>
          <dgm:chMax val="1"/>
          <dgm:chPref val="1"/>
        </dgm:presLayoutVars>
      </dgm:prSet>
      <dgm:spPr/>
    </dgm:pt>
    <dgm:pt modelId="{04D660CA-C318-4249-9569-DBC52A910520}" type="pres">
      <dgm:prSet presAssocID="{DCE7B03B-4697-4376-9302-A840E44195FD}" presName="sibTrans" presStyleLbl="sibTrans2D1" presStyleIdx="0" presStyleCnt="0"/>
      <dgm:spPr/>
    </dgm:pt>
    <dgm:pt modelId="{04B0E256-9459-4DE0-924D-5D982D000127}" type="pres">
      <dgm:prSet presAssocID="{3094569D-331F-4B8E-978C-3438104A92F3}" presName="compNode" presStyleCnt="0"/>
      <dgm:spPr/>
    </dgm:pt>
    <dgm:pt modelId="{99ABE5C9-CDD6-4C74-914C-0FB7E9306AAB}" type="pres">
      <dgm:prSet presAssocID="{3094569D-331F-4B8E-978C-3438104A92F3}" presName="iconBgRect" presStyleLbl="bgShp" presStyleIdx="4" presStyleCnt="8"/>
      <dgm:spPr/>
    </dgm:pt>
    <dgm:pt modelId="{FEB65422-408F-461D-ABF4-CD5926227E66}" type="pres">
      <dgm:prSet presAssocID="{3094569D-331F-4B8E-978C-3438104A92F3}" presName="iconRect" presStyleLbl="node1" presStyleIdx="4"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dgm:spPr>
      <dgm:extLst>
        <a:ext uri="{E40237B7-FDA0-4F09-8148-C483321AD2D9}">
          <dgm14:cNvPr xmlns:dgm14="http://schemas.microsoft.com/office/drawing/2010/diagram" id="0" name="" descr="Play"/>
        </a:ext>
      </dgm:extLst>
    </dgm:pt>
    <dgm:pt modelId="{B6C627F5-8203-48C6-9640-9C8051335448}" type="pres">
      <dgm:prSet presAssocID="{3094569D-331F-4B8E-978C-3438104A92F3}" presName="spaceRect" presStyleCnt="0"/>
      <dgm:spPr/>
    </dgm:pt>
    <dgm:pt modelId="{9EFB7D0F-1626-4C92-AC5B-A0F63252E4CF}" type="pres">
      <dgm:prSet presAssocID="{3094569D-331F-4B8E-978C-3438104A92F3}" presName="textRect" presStyleLbl="revTx" presStyleIdx="4" presStyleCnt="8">
        <dgm:presLayoutVars>
          <dgm:chMax val="1"/>
          <dgm:chPref val="1"/>
        </dgm:presLayoutVars>
      </dgm:prSet>
      <dgm:spPr/>
    </dgm:pt>
    <dgm:pt modelId="{2A9C2753-BF26-47ED-ADB3-8BA34929015F}" type="pres">
      <dgm:prSet presAssocID="{C5C99012-0606-47DC-A46A-B378E41D62E0}" presName="sibTrans" presStyleLbl="sibTrans2D1" presStyleIdx="0" presStyleCnt="0"/>
      <dgm:spPr/>
    </dgm:pt>
    <dgm:pt modelId="{7B9FCCE7-691E-4866-9747-FAAA69FFA004}" type="pres">
      <dgm:prSet presAssocID="{66599E07-9442-40BD-9EA6-0CBE4382643F}" presName="compNode" presStyleCnt="0"/>
      <dgm:spPr/>
    </dgm:pt>
    <dgm:pt modelId="{63B8C38F-C483-4E5A-BA12-5CB8C1E6FFBA}" type="pres">
      <dgm:prSet presAssocID="{66599E07-9442-40BD-9EA6-0CBE4382643F}" presName="iconBgRect" presStyleLbl="bgShp" presStyleIdx="5" presStyleCnt="8"/>
      <dgm:spPr/>
    </dgm:pt>
    <dgm:pt modelId="{3E30E6AF-E3EB-43B5-8A90-968918559452}" type="pres">
      <dgm:prSet presAssocID="{66599E07-9442-40BD-9EA6-0CBE4382643F}" presName="iconRect" presStyleLbl="node1" presStyleIdx="5"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Thumbs Up Sign"/>
        </a:ext>
      </dgm:extLst>
    </dgm:pt>
    <dgm:pt modelId="{0673C14E-91CC-466D-838D-54533E54B007}" type="pres">
      <dgm:prSet presAssocID="{66599E07-9442-40BD-9EA6-0CBE4382643F}" presName="spaceRect" presStyleCnt="0"/>
      <dgm:spPr/>
    </dgm:pt>
    <dgm:pt modelId="{FAD3632B-A372-498B-BBD1-535086F6D8DB}" type="pres">
      <dgm:prSet presAssocID="{66599E07-9442-40BD-9EA6-0CBE4382643F}" presName="textRect" presStyleLbl="revTx" presStyleIdx="5" presStyleCnt="8">
        <dgm:presLayoutVars>
          <dgm:chMax val="1"/>
          <dgm:chPref val="1"/>
        </dgm:presLayoutVars>
      </dgm:prSet>
      <dgm:spPr/>
    </dgm:pt>
    <dgm:pt modelId="{136A3A52-FF20-49DA-8448-D8149A418EC3}" type="pres">
      <dgm:prSet presAssocID="{170F0204-3B51-433E-B8D1-77E5EA4A5260}" presName="sibTrans" presStyleLbl="sibTrans2D1" presStyleIdx="0" presStyleCnt="0"/>
      <dgm:spPr/>
    </dgm:pt>
    <dgm:pt modelId="{FF0BC86C-9B63-4FD5-A771-ED715568C5C4}" type="pres">
      <dgm:prSet presAssocID="{8AECDFA5-2ADF-4707-BDA2-780FB9ACA769}" presName="compNode" presStyleCnt="0"/>
      <dgm:spPr/>
    </dgm:pt>
    <dgm:pt modelId="{BE3BEC38-FAB0-4F15-B5E0-25226B2C90CE}" type="pres">
      <dgm:prSet presAssocID="{8AECDFA5-2ADF-4707-BDA2-780FB9ACA769}" presName="iconBgRect" presStyleLbl="bgShp" presStyleIdx="6" presStyleCnt="8"/>
      <dgm:spPr/>
    </dgm:pt>
    <dgm:pt modelId="{32A5E92E-6AD8-447E-A6AE-92F08BA4F445}" type="pres">
      <dgm:prSet presAssocID="{8AECDFA5-2ADF-4707-BDA2-780FB9ACA769}" presName="iconRect" presStyleLbl="node1" presStyleIdx="6"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dgm:spPr>
      <dgm:extLst>
        <a:ext uri="{E40237B7-FDA0-4F09-8148-C483321AD2D9}">
          <dgm14:cNvPr xmlns:dgm14="http://schemas.microsoft.com/office/drawing/2010/diagram" id="0" name="" descr="Warning"/>
        </a:ext>
      </dgm:extLst>
    </dgm:pt>
    <dgm:pt modelId="{0A3436AB-ECAB-4B3C-97D0-85B8B63F06B1}" type="pres">
      <dgm:prSet presAssocID="{8AECDFA5-2ADF-4707-BDA2-780FB9ACA769}" presName="spaceRect" presStyleCnt="0"/>
      <dgm:spPr/>
    </dgm:pt>
    <dgm:pt modelId="{54CF84AF-FFD7-43F9-8AFF-7980A1CADF7A}" type="pres">
      <dgm:prSet presAssocID="{8AECDFA5-2ADF-4707-BDA2-780FB9ACA769}" presName="textRect" presStyleLbl="revTx" presStyleIdx="6" presStyleCnt="8">
        <dgm:presLayoutVars>
          <dgm:chMax val="1"/>
          <dgm:chPref val="1"/>
        </dgm:presLayoutVars>
      </dgm:prSet>
      <dgm:spPr/>
    </dgm:pt>
    <dgm:pt modelId="{F843C25E-51D2-4947-BA62-D9FB9046094B}" type="pres">
      <dgm:prSet presAssocID="{1772D367-B4B8-43B4-958B-F45403EE0E2F}" presName="sibTrans" presStyleLbl="sibTrans2D1" presStyleIdx="0" presStyleCnt="0"/>
      <dgm:spPr/>
    </dgm:pt>
    <dgm:pt modelId="{50AC5C41-44D8-4F23-B262-327AF07ED635}" type="pres">
      <dgm:prSet presAssocID="{82ADE63E-65F3-42D1-A8F3-BAF742698F61}" presName="compNode" presStyleCnt="0"/>
      <dgm:spPr/>
    </dgm:pt>
    <dgm:pt modelId="{F6AEFE41-5D23-4992-9A43-3E2B52ACB9AB}" type="pres">
      <dgm:prSet presAssocID="{82ADE63E-65F3-42D1-A8F3-BAF742698F61}" presName="iconBgRect" presStyleLbl="bgShp" presStyleIdx="7" presStyleCnt="8"/>
      <dgm:spPr/>
    </dgm:pt>
    <dgm:pt modelId="{FF7DDA1F-D80C-4D1C-BB43-2EDD03F53DEF}" type="pres">
      <dgm:prSet presAssocID="{82ADE63E-65F3-42D1-A8F3-BAF742698F61}" presName="iconRect" presStyleLbl="node1" presStyleIdx="7" presStyleCnt="8"/>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Head with Gears"/>
        </a:ext>
      </dgm:extLst>
    </dgm:pt>
    <dgm:pt modelId="{5834E955-A97D-4FA4-932B-4856B88C23D5}" type="pres">
      <dgm:prSet presAssocID="{82ADE63E-65F3-42D1-A8F3-BAF742698F61}" presName="spaceRect" presStyleCnt="0"/>
      <dgm:spPr/>
    </dgm:pt>
    <dgm:pt modelId="{CD8F09A1-3ADB-4687-91A7-BFB09A4E0260}" type="pres">
      <dgm:prSet presAssocID="{82ADE63E-65F3-42D1-A8F3-BAF742698F61}" presName="textRect" presStyleLbl="revTx" presStyleIdx="7" presStyleCnt="8">
        <dgm:presLayoutVars>
          <dgm:chMax val="1"/>
          <dgm:chPref val="1"/>
        </dgm:presLayoutVars>
      </dgm:prSet>
      <dgm:spPr/>
    </dgm:pt>
  </dgm:ptLst>
  <dgm:cxnLst>
    <dgm:cxn modelId="{B2C54A0C-5B93-418D-812F-897389DD0BCC}" type="presOf" srcId="{C5C99012-0606-47DC-A46A-B378E41D62E0}" destId="{2A9C2753-BF26-47ED-ADB3-8BA34929015F}" srcOrd="0" destOrd="0" presId="urn:microsoft.com/office/officeart/2018/2/layout/IconCircleList"/>
    <dgm:cxn modelId="{B77A5114-D2CF-413D-B39D-7CBA9E02E66B}" type="presOf" srcId="{DCE7B03B-4697-4376-9302-A840E44195FD}" destId="{04D660CA-C318-4249-9569-DBC52A910520}" srcOrd="0" destOrd="0" presId="urn:microsoft.com/office/officeart/2018/2/layout/IconCircleList"/>
    <dgm:cxn modelId="{81C7F017-EA39-4736-895F-38C793EA7FAE}" type="presOf" srcId="{6A2771FA-0B4F-43B2-82BE-C69344F89076}" destId="{F83E6B7B-FB8D-4387-B0AF-5A5367A70174}" srcOrd="0" destOrd="0" presId="urn:microsoft.com/office/officeart/2018/2/layout/IconCircleList"/>
    <dgm:cxn modelId="{0E1E0625-6E32-4BE6-B4CA-A7F0E256F793}" type="presOf" srcId="{7109D8C1-9EE7-4ADF-BF90-84664A6B3D43}" destId="{9B2861EE-43E9-46D0-983E-185CAFF8B377}" srcOrd="0" destOrd="0" presId="urn:microsoft.com/office/officeart/2018/2/layout/IconCircleList"/>
    <dgm:cxn modelId="{80ACEC2D-B4F3-402D-A037-9D8671CB425A}" srcId="{4EA4B71D-D02E-4276-B632-97970ECAAC7F}" destId="{CCCEAA6E-F658-44FB-A6FA-006C862BE47A}" srcOrd="1" destOrd="0" parTransId="{5CAAAB20-CBD0-4163-BB2B-B656FA2F9377}" sibTransId="{6A2771FA-0B4F-43B2-82BE-C69344F89076}"/>
    <dgm:cxn modelId="{53083232-763E-4646-9B5C-6982FCABBBCC}" srcId="{4EA4B71D-D02E-4276-B632-97970ECAAC7F}" destId="{1EE7DD0C-E6BE-4604-947A-DFE53FF7B954}" srcOrd="3" destOrd="0" parTransId="{3FBA5022-8B68-443A-B445-6FDD950C2932}" sibTransId="{DCE7B03B-4697-4376-9302-A840E44195FD}"/>
    <dgm:cxn modelId="{4E659B36-18E8-4DCF-A87B-35BA7F449D7C}" type="presOf" srcId="{170F0204-3B51-433E-B8D1-77E5EA4A5260}" destId="{136A3A52-FF20-49DA-8448-D8149A418EC3}" srcOrd="0" destOrd="0" presId="urn:microsoft.com/office/officeart/2018/2/layout/IconCircleList"/>
    <dgm:cxn modelId="{E1F0FC38-9727-4204-9DA2-B56B73FCBF82}" type="presOf" srcId="{8AECDFA5-2ADF-4707-BDA2-780FB9ACA769}" destId="{54CF84AF-FFD7-43F9-8AFF-7980A1CADF7A}" srcOrd="0" destOrd="0" presId="urn:microsoft.com/office/officeart/2018/2/layout/IconCircleList"/>
    <dgm:cxn modelId="{41F8A53A-4E33-4FD4-A648-D2D7301D945A}" srcId="{4EA4B71D-D02E-4276-B632-97970ECAAC7F}" destId="{D674F1C0-8C23-4F26-9574-449D5429433F}" srcOrd="0" destOrd="0" parTransId="{7023AB73-BABB-46B0-A1C9-3F81A792D9F6}" sibTransId="{7109D8C1-9EE7-4ADF-BF90-84664A6B3D43}"/>
    <dgm:cxn modelId="{395D6670-0CAA-47A2-88F4-E199F171AC39}" type="presOf" srcId="{D674F1C0-8C23-4F26-9574-449D5429433F}" destId="{32EC8A32-1EAE-4DB7-BB6E-2E0C551A4194}" srcOrd="0" destOrd="0" presId="urn:microsoft.com/office/officeart/2018/2/layout/IconCircleList"/>
    <dgm:cxn modelId="{941ABE86-DEE8-4BFC-AB7B-5AAAEA8A7969}" type="presOf" srcId="{6D355B64-216B-4505-9708-F851F78CC19E}" destId="{2C112DF1-DA5B-4B62-AA97-D7B1A28F8871}" srcOrd="0" destOrd="0" presId="urn:microsoft.com/office/officeart/2018/2/layout/IconCircleList"/>
    <dgm:cxn modelId="{FED27A89-4EE5-49DF-9990-37E9A6ABBCAD}" type="presOf" srcId="{CCCEAA6E-F658-44FB-A6FA-006C862BE47A}" destId="{CDF27ADE-7877-4ADF-9714-649DB0C33856}" srcOrd="0" destOrd="0" presId="urn:microsoft.com/office/officeart/2018/2/layout/IconCircleList"/>
    <dgm:cxn modelId="{B14E5994-ACC6-43D4-8E0D-735F9AF573C0}" type="presOf" srcId="{66599E07-9442-40BD-9EA6-0CBE4382643F}" destId="{FAD3632B-A372-498B-BBD1-535086F6D8DB}" srcOrd="0" destOrd="0" presId="urn:microsoft.com/office/officeart/2018/2/layout/IconCircleList"/>
    <dgm:cxn modelId="{27C55F97-D7FB-4F25-8EAF-84066B38DBC9}" srcId="{4EA4B71D-D02E-4276-B632-97970ECAAC7F}" destId="{66599E07-9442-40BD-9EA6-0CBE4382643F}" srcOrd="5" destOrd="0" parTransId="{E63BC4C2-51FE-42B2-9884-3A016B24D62D}" sibTransId="{170F0204-3B51-433E-B8D1-77E5EA4A5260}"/>
    <dgm:cxn modelId="{8C03F3A9-C50E-408E-BEA6-91BF7B990DBF}" srcId="{4EA4B71D-D02E-4276-B632-97970ECAAC7F}" destId="{8AECDFA5-2ADF-4707-BDA2-780FB9ACA769}" srcOrd="6" destOrd="0" parTransId="{C143DCA0-6C30-4003-95CC-E69447757A91}" sibTransId="{1772D367-B4B8-43B4-958B-F45403EE0E2F}"/>
    <dgm:cxn modelId="{D64D89B0-00BB-4511-9F21-2F79F8DC1435}" srcId="{4EA4B71D-D02E-4276-B632-97970ECAAC7F}" destId="{9CCE6C23-3D46-4108-9BF7-CDB81B26BD64}" srcOrd="2" destOrd="0" parTransId="{CBD977FB-2B56-489E-A948-5F7FA6EFDC04}" sibTransId="{6D355B64-216B-4505-9708-F851F78CC19E}"/>
    <dgm:cxn modelId="{D4D99DB2-C565-495C-B66A-3AE6C81ADA0C}" type="presOf" srcId="{1EE7DD0C-E6BE-4604-947A-DFE53FF7B954}" destId="{7E5A78AB-4DE8-462D-BF8D-6429C87E0925}" srcOrd="0" destOrd="0" presId="urn:microsoft.com/office/officeart/2018/2/layout/IconCircleList"/>
    <dgm:cxn modelId="{898306E8-7141-433C-B416-9CFD2E68A339}" srcId="{4EA4B71D-D02E-4276-B632-97970ECAAC7F}" destId="{82ADE63E-65F3-42D1-A8F3-BAF742698F61}" srcOrd="7" destOrd="0" parTransId="{85AAE5C3-E88F-4841-9BA8-6D303223C8D9}" sibTransId="{82E976F6-F29E-4137-8A20-BBA55CE8CF87}"/>
    <dgm:cxn modelId="{8D8DB4E8-6921-4E36-93C0-1A9D3EA95E41}" srcId="{4EA4B71D-D02E-4276-B632-97970ECAAC7F}" destId="{3094569D-331F-4B8E-978C-3438104A92F3}" srcOrd="4" destOrd="0" parTransId="{8038F9DE-68DC-42A2-A608-D601E08DE5EE}" sibTransId="{C5C99012-0606-47DC-A46A-B378E41D62E0}"/>
    <dgm:cxn modelId="{989B8CEA-0BD4-44D0-AC01-20F3F713622F}" type="presOf" srcId="{1772D367-B4B8-43B4-958B-F45403EE0E2F}" destId="{F843C25E-51D2-4947-BA62-D9FB9046094B}" srcOrd="0" destOrd="0" presId="urn:microsoft.com/office/officeart/2018/2/layout/IconCircleList"/>
    <dgm:cxn modelId="{F0DADFEF-F326-4652-8060-B66A919883A8}" type="presOf" srcId="{3094569D-331F-4B8E-978C-3438104A92F3}" destId="{9EFB7D0F-1626-4C92-AC5B-A0F63252E4CF}" srcOrd="0" destOrd="0" presId="urn:microsoft.com/office/officeart/2018/2/layout/IconCircleList"/>
    <dgm:cxn modelId="{5D5147F9-FC30-436E-BE0C-E952D1C004AE}" type="presOf" srcId="{82ADE63E-65F3-42D1-A8F3-BAF742698F61}" destId="{CD8F09A1-3ADB-4687-91A7-BFB09A4E0260}" srcOrd="0" destOrd="0" presId="urn:microsoft.com/office/officeart/2018/2/layout/IconCircleList"/>
    <dgm:cxn modelId="{E136D4FC-B4E7-4015-A53B-BC9DE8AF1EBD}" type="presOf" srcId="{9CCE6C23-3D46-4108-9BF7-CDB81B26BD64}" destId="{A27A144F-8B47-43D6-84C7-D7AD1C3FBB01}" srcOrd="0" destOrd="0" presId="urn:microsoft.com/office/officeart/2018/2/layout/IconCircleList"/>
    <dgm:cxn modelId="{C74930FE-715B-4A3F-A7CD-88177B5151EC}" type="presOf" srcId="{4EA4B71D-D02E-4276-B632-97970ECAAC7F}" destId="{4CFB55F4-6451-4BC4-8D56-ACAEB75AB748}" srcOrd="0" destOrd="0" presId="urn:microsoft.com/office/officeart/2018/2/layout/IconCircleList"/>
    <dgm:cxn modelId="{19EB7508-146D-48B6-AA2F-C7D3A255A3D3}" type="presParOf" srcId="{4CFB55F4-6451-4BC4-8D56-ACAEB75AB748}" destId="{F2BA8A21-56D6-4CFD-A025-0EC15385B51D}" srcOrd="0" destOrd="0" presId="urn:microsoft.com/office/officeart/2018/2/layout/IconCircleList"/>
    <dgm:cxn modelId="{46D5E8F0-B6D0-4CC6-82A9-0A1E35842B33}" type="presParOf" srcId="{F2BA8A21-56D6-4CFD-A025-0EC15385B51D}" destId="{CCA2F87A-7EF8-4D56-B11C-F07577214E0E}" srcOrd="0" destOrd="0" presId="urn:microsoft.com/office/officeart/2018/2/layout/IconCircleList"/>
    <dgm:cxn modelId="{8FC42521-F131-49B7-A0CC-5133882BDB53}" type="presParOf" srcId="{CCA2F87A-7EF8-4D56-B11C-F07577214E0E}" destId="{1522FE74-D260-4D53-9B2B-E5054A79D475}" srcOrd="0" destOrd="0" presId="urn:microsoft.com/office/officeart/2018/2/layout/IconCircleList"/>
    <dgm:cxn modelId="{1AF1F4EE-8CBD-4D4D-9BDB-CE0DB8C6A107}" type="presParOf" srcId="{CCA2F87A-7EF8-4D56-B11C-F07577214E0E}" destId="{5AF69626-1D0F-47E7-A8D4-870C84991D80}" srcOrd="1" destOrd="0" presId="urn:microsoft.com/office/officeart/2018/2/layout/IconCircleList"/>
    <dgm:cxn modelId="{ACCF25C5-6178-4ADB-BF6D-AD8CB43FAC24}" type="presParOf" srcId="{CCA2F87A-7EF8-4D56-B11C-F07577214E0E}" destId="{10B139D4-0039-4AEF-A7B9-F77F1ABB73DA}" srcOrd="2" destOrd="0" presId="urn:microsoft.com/office/officeart/2018/2/layout/IconCircleList"/>
    <dgm:cxn modelId="{321EBF1A-E493-46D6-BF31-5E17971B4807}" type="presParOf" srcId="{CCA2F87A-7EF8-4D56-B11C-F07577214E0E}" destId="{32EC8A32-1EAE-4DB7-BB6E-2E0C551A4194}" srcOrd="3" destOrd="0" presId="urn:microsoft.com/office/officeart/2018/2/layout/IconCircleList"/>
    <dgm:cxn modelId="{E7AB37D3-D975-441B-A5DD-113BEB596F02}" type="presParOf" srcId="{F2BA8A21-56D6-4CFD-A025-0EC15385B51D}" destId="{9B2861EE-43E9-46D0-983E-185CAFF8B377}" srcOrd="1" destOrd="0" presId="urn:microsoft.com/office/officeart/2018/2/layout/IconCircleList"/>
    <dgm:cxn modelId="{61455194-0BEB-4EAC-88CB-81F413B55252}" type="presParOf" srcId="{F2BA8A21-56D6-4CFD-A025-0EC15385B51D}" destId="{7D82284A-B10A-4E59-80C0-D88BA3755869}" srcOrd="2" destOrd="0" presId="urn:microsoft.com/office/officeart/2018/2/layout/IconCircleList"/>
    <dgm:cxn modelId="{5B9939EA-B97C-4E27-A28F-919068B8CE4E}" type="presParOf" srcId="{7D82284A-B10A-4E59-80C0-D88BA3755869}" destId="{8B62AC3A-0338-457C-8685-826002301537}" srcOrd="0" destOrd="0" presId="urn:microsoft.com/office/officeart/2018/2/layout/IconCircleList"/>
    <dgm:cxn modelId="{4FC70E54-A163-4E59-B344-13E403311F6F}" type="presParOf" srcId="{7D82284A-B10A-4E59-80C0-D88BA3755869}" destId="{098E41A7-69DE-489C-9A7B-7C791D4B63CD}" srcOrd="1" destOrd="0" presId="urn:microsoft.com/office/officeart/2018/2/layout/IconCircleList"/>
    <dgm:cxn modelId="{8F8EA133-9914-44E7-B326-D94FC741BD8B}" type="presParOf" srcId="{7D82284A-B10A-4E59-80C0-D88BA3755869}" destId="{1E497034-FEA1-4A38-9E2A-1978917DDBC6}" srcOrd="2" destOrd="0" presId="urn:microsoft.com/office/officeart/2018/2/layout/IconCircleList"/>
    <dgm:cxn modelId="{188467EB-4F70-4B82-AC66-146FEBA675A9}" type="presParOf" srcId="{7D82284A-B10A-4E59-80C0-D88BA3755869}" destId="{CDF27ADE-7877-4ADF-9714-649DB0C33856}" srcOrd="3" destOrd="0" presId="urn:microsoft.com/office/officeart/2018/2/layout/IconCircleList"/>
    <dgm:cxn modelId="{6426A40B-F54E-4278-A723-2FA31642EB45}" type="presParOf" srcId="{F2BA8A21-56D6-4CFD-A025-0EC15385B51D}" destId="{F83E6B7B-FB8D-4387-B0AF-5A5367A70174}" srcOrd="3" destOrd="0" presId="urn:microsoft.com/office/officeart/2018/2/layout/IconCircleList"/>
    <dgm:cxn modelId="{57C6BA93-3787-4524-A1B3-A3D2E75F136F}" type="presParOf" srcId="{F2BA8A21-56D6-4CFD-A025-0EC15385B51D}" destId="{5F73F448-CF9C-4B27-8CEB-867F766B8F7F}" srcOrd="4" destOrd="0" presId="urn:microsoft.com/office/officeart/2018/2/layout/IconCircleList"/>
    <dgm:cxn modelId="{3D96A17C-1EA2-4970-AE3D-9ABB075C592C}" type="presParOf" srcId="{5F73F448-CF9C-4B27-8CEB-867F766B8F7F}" destId="{4708A468-468A-4FE9-A30F-8ABD8F2E1315}" srcOrd="0" destOrd="0" presId="urn:microsoft.com/office/officeart/2018/2/layout/IconCircleList"/>
    <dgm:cxn modelId="{69CC76EE-216A-4E8E-85E7-D11B0C1B27E2}" type="presParOf" srcId="{5F73F448-CF9C-4B27-8CEB-867F766B8F7F}" destId="{6CBCB5E8-2351-4631-AEBA-59D40C232839}" srcOrd="1" destOrd="0" presId="urn:microsoft.com/office/officeart/2018/2/layout/IconCircleList"/>
    <dgm:cxn modelId="{143D5DCD-49BA-4E77-A2BC-E4EF75B37CA6}" type="presParOf" srcId="{5F73F448-CF9C-4B27-8CEB-867F766B8F7F}" destId="{78479D46-FC58-4444-B6C0-222F7F272D5B}" srcOrd="2" destOrd="0" presId="urn:microsoft.com/office/officeart/2018/2/layout/IconCircleList"/>
    <dgm:cxn modelId="{D0F26347-1CD9-42EE-9E2D-AB5B0E4D77E8}" type="presParOf" srcId="{5F73F448-CF9C-4B27-8CEB-867F766B8F7F}" destId="{A27A144F-8B47-43D6-84C7-D7AD1C3FBB01}" srcOrd="3" destOrd="0" presId="urn:microsoft.com/office/officeart/2018/2/layout/IconCircleList"/>
    <dgm:cxn modelId="{157F0290-CCF4-4E4A-8C0D-3CE679615648}" type="presParOf" srcId="{F2BA8A21-56D6-4CFD-A025-0EC15385B51D}" destId="{2C112DF1-DA5B-4B62-AA97-D7B1A28F8871}" srcOrd="5" destOrd="0" presId="urn:microsoft.com/office/officeart/2018/2/layout/IconCircleList"/>
    <dgm:cxn modelId="{8944ABF8-BA27-4AE5-90AE-05CA7977C20B}" type="presParOf" srcId="{F2BA8A21-56D6-4CFD-A025-0EC15385B51D}" destId="{DE3ED43F-4812-43FD-9439-0B75214C52E5}" srcOrd="6" destOrd="0" presId="urn:microsoft.com/office/officeart/2018/2/layout/IconCircleList"/>
    <dgm:cxn modelId="{5EDBBC08-0C93-42EC-B8FF-B4D528C75911}" type="presParOf" srcId="{DE3ED43F-4812-43FD-9439-0B75214C52E5}" destId="{59445489-AD56-433A-B6BE-56D8F2250778}" srcOrd="0" destOrd="0" presId="urn:microsoft.com/office/officeart/2018/2/layout/IconCircleList"/>
    <dgm:cxn modelId="{D30CD02A-DEF3-4E41-BE88-EBD4FDE5C5B6}" type="presParOf" srcId="{DE3ED43F-4812-43FD-9439-0B75214C52E5}" destId="{5419D184-5E86-4E5A-AE49-5F4F629CEBF4}" srcOrd="1" destOrd="0" presId="urn:microsoft.com/office/officeart/2018/2/layout/IconCircleList"/>
    <dgm:cxn modelId="{5D97BFEC-5B07-4514-A8D2-98E930B0DE7D}" type="presParOf" srcId="{DE3ED43F-4812-43FD-9439-0B75214C52E5}" destId="{2B88F6D3-321A-4159-9D2A-1EBCE81467F9}" srcOrd="2" destOrd="0" presId="urn:microsoft.com/office/officeart/2018/2/layout/IconCircleList"/>
    <dgm:cxn modelId="{E69B9F48-FD50-43E9-8300-C802C8DE58E6}" type="presParOf" srcId="{DE3ED43F-4812-43FD-9439-0B75214C52E5}" destId="{7E5A78AB-4DE8-462D-BF8D-6429C87E0925}" srcOrd="3" destOrd="0" presId="urn:microsoft.com/office/officeart/2018/2/layout/IconCircleList"/>
    <dgm:cxn modelId="{E22D964A-5E42-4F98-869A-0F7449B42458}" type="presParOf" srcId="{F2BA8A21-56D6-4CFD-A025-0EC15385B51D}" destId="{04D660CA-C318-4249-9569-DBC52A910520}" srcOrd="7" destOrd="0" presId="urn:microsoft.com/office/officeart/2018/2/layout/IconCircleList"/>
    <dgm:cxn modelId="{AEF7D57D-0C5D-4AB6-BAF4-94AFD9A8A711}" type="presParOf" srcId="{F2BA8A21-56D6-4CFD-A025-0EC15385B51D}" destId="{04B0E256-9459-4DE0-924D-5D982D000127}" srcOrd="8" destOrd="0" presId="urn:microsoft.com/office/officeart/2018/2/layout/IconCircleList"/>
    <dgm:cxn modelId="{C5A2C915-1DE7-4603-BC96-388D121C5B74}" type="presParOf" srcId="{04B0E256-9459-4DE0-924D-5D982D000127}" destId="{99ABE5C9-CDD6-4C74-914C-0FB7E9306AAB}" srcOrd="0" destOrd="0" presId="urn:microsoft.com/office/officeart/2018/2/layout/IconCircleList"/>
    <dgm:cxn modelId="{100219A4-10C4-4D0D-AFC6-00DFA1A63055}" type="presParOf" srcId="{04B0E256-9459-4DE0-924D-5D982D000127}" destId="{FEB65422-408F-461D-ABF4-CD5926227E66}" srcOrd="1" destOrd="0" presId="urn:microsoft.com/office/officeart/2018/2/layout/IconCircleList"/>
    <dgm:cxn modelId="{1B9A0755-2DF8-484E-A987-C3341BBCE224}" type="presParOf" srcId="{04B0E256-9459-4DE0-924D-5D982D000127}" destId="{B6C627F5-8203-48C6-9640-9C8051335448}" srcOrd="2" destOrd="0" presId="urn:microsoft.com/office/officeart/2018/2/layout/IconCircleList"/>
    <dgm:cxn modelId="{F9A7644A-6220-49E0-A6AE-4EF12AF8DD51}" type="presParOf" srcId="{04B0E256-9459-4DE0-924D-5D982D000127}" destId="{9EFB7D0F-1626-4C92-AC5B-A0F63252E4CF}" srcOrd="3" destOrd="0" presId="urn:microsoft.com/office/officeart/2018/2/layout/IconCircleList"/>
    <dgm:cxn modelId="{5AC4AB8D-F46C-47DD-866E-FA7E4693F6C2}" type="presParOf" srcId="{F2BA8A21-56D6-4CFD-A025-0EC15385B51D}" destId="{2A9C2753-BF26-47ED-ADB3-8BA34929015F}" srcOrd="9" destOrd="0" presId="urn:microsoft.com/office/officeart/2018/2/layout/IconCircleList"/>
    <dgm:cxn modelId="{A77583D6-4215-4BE9-8215-259B3534C457}" type="presParOf" srcId="{F2BA8A21-56D6-4CFD-A025-0EC15385B51D}" destId="{7B9FCCE7-691E-4866-9747-FAAA69FFA004}" srcOrd="10" destOrd="0" presId="urn:microsoft.com/office/officeart/2018/2/layout/IconCircleList"/>
    <dgm:cxn modelId="{6482F6B7-3F25-4658-B431-F330B6DBCC13}" type="presParOf" srcId="{7B9FCCE7-691E-4866-9747-FAAA69FFA004}" destId="{63B8C38F-C483-4E5A-BA12-5CB8C1E6FFBA}" srcOrd="0" destOrd="0" presId="urn:microsoft.com/office/officeart/2018/2/layout/IconCircleList"/>
    <dgm:cxn modelId="{EC059B1F-6D47-44AA-BD64-86CEAAC60522}" type="presParOf" srcId="{7B9FCCE7-691E-4866-9747-FAAA69FFA004}" destId="{3E30E6AF-E3EB-43B5-8A90-968918559452}" srcOrd="1" destOrd="0" presId="urn:microsoft.com/office/officeart/2018/2/layout/IconCircleList"/>
    <dgm:cxn modelId="{82CB3864-7510-4D64-B790-6D3CC5ED1007}" type="presParOf" srcId="{7B9FCCE7-691E-4866-9747-FAAA69FFA004}" destId="{0673C14E-91CC-466D-838D-54533E54B007}" srcOrd="2" destOrd="0" presId="urn:microsoft.com/office/officeart/2018/2/layout/IconCircleList"/>
    <dgm:cxn modelId="{9492AE6A-44F3-4679-9CEC-5406A3907804}" type="presParOf" srcId="{7B9FCCE7-691E-4866-9747-FAAA69FFA004}" destId="{FAD3632B-A372-498B-BBD1-535086F6D8DB}" srcOrd="3" destOrd="0" presId="urn:microsoft.com/office/officeart/2018/2/layout/IconCircleList"/>
    <dgm:cxn modelId="{FBF5D44B-B464-41E3-9017-EA1F6D237966}" type="presParOf" srcId="{F2BA8A21-56D6-4CFD-A025-0EC15385B51D}" destId="{136A3A52-FF20-49DA-8448-D8149A418EC3}" srcOrd="11" destOrd="0" presId="urn:microsoft.com/office/officeart/2018/2/layout/IconCircleList"/>
    <dgm:cxn modelId="{4C4C227D-B50C-49BB-AD23-48CBBFEF188F}" type="presParOf" srcId="{F2BA8A21-56D6-4CFD-A025-0EC15385B51D}" destId="{FF0BC86C-9B63-4FD5-A771-ED715568C5C4}" srcOrd="12" destOrd="0" presId="urn:microsoft.com/office/officeart/2018/2/layout/IconCircleList"/>
    <dgm:cxn modelId="{E55792AA-6F3E-4A56-80FE-D1134A545190}" type="presParOf" srcId="{FF0BC86C-9B63-4FD5-A771-ED715568C5C4}" destId="{BE3BEC38-FAB0-4F15-B5E0-25226B2C90CE}" srcOrd="0" destOrd="0" presId="urn:microsoft.com/office/officeart/2018/2/layout/IconCircleList"/>
    <dgm:cxn modelId="{CB3E7E69-9FF8-4781-B5D0-93EB1B488F1D}" type="presParOf" srcId="{FF0BC86C-9B63-4FD5-A771-ED715568C5C4}" destId="{32A5E92E-6AD8-447E-A6AE-92F08BA4F445}" srcOrd="1" destOrd="0" presId="urn:microsoft.com/office/officeart/2018/2/layout/IconCircleList"/>
    <dgm:cxn modelId="{BA62A04E-7941-414F-A1A0-C1A70F581380}" type="presParOf" srcId="{FF0BC86C-9B63-4FD5-A771-ED715568C5C4}" destId="{0A3436AB-ECAB-4B3C-97D0-85B8B63F06B1}" srcOrd="2" destOrd="0" presId="urn:microsoft.com/office/officeart/2018/2/layout/IconCircleList"/>
    <dgm:cxn modelId="{8728742D-3900-480E-A555-277E0042C875}" type="presParOf" srcId="{FF0BC86C-9B63-4FD5-A771-ED715568C5C4}" destId="{54CF84AF-FFD7-43F9-8AFF-7980A1CADF7A}" srcOrd="3" destOrd="0" presId="urn:microsoft.com/office/officeart/2018/2/layout/IconCircleList"/>
    <dgm:cxn modelId="{AFA3379C-C572-490F-98A5-CE2D18795BDE}" type="presParOf" srcId="{F2BA8A21-56D6-4CFD-A025-0EC15385B51D}" destId="{F843C25E-51D2-4947-BA62-D9FB9046094B}" srcOrd="13" destOrd="0" presId="urn:microsoft.com/office/officeart/2018/2/layout/IconCircleList"/>
    <dgm:cxn modelId="{901202BC-50CA-46FB-BFD5-6E671C22E54F}" type="presParOf" srcId="{F2BA8A21-56D6-4CFD-A025-0EC15385B51D}" destId="{50AC5C41-44D8-4F23-B262-327AF07ED635}" srcOrd="14" destOrd="0" presId="urn:microsoft.com/office/officeart/2018/2/layout/IconCircleList"/>
    <dgm:cxn modelId="{2181B331-614C-4146-A228-FD18B0EB0E35}" type="presParOf" srcId="{50AC5C41-44D8-4F23-B262-327AF07ED635}" destId="{F6AEFE41-5D23-4992-9A43-3E2B52ACB9AB}" srcOrd="0" destOrd="0" presId="urn:microsoft.com/office/officeart/2018/2/layout/IconCircleList"/>
    <dgm:cxn modelId="{3E38A788-AC7D-4042-94AC-F6D01AE3CA1C}" type="presParOf" srcId="{50AC5C41-44D8-4F23-B262-327AF07ED635}" destId="{FF7DDA1F-D80C-4D1C-BB43-2EDD03F53DEF}" srcOrd="1" destOrd="0" presId="urn:microsoft.com/office/officeart/2018/2/layout/IconCircleList"/>
    <dgm:cxn modelId="{6CD2E255-9DD0-49DC-BE05-1A559497AFC5}" type="presParOf" srcId="{50AC5C41-44D8-4F23-B262-327AF07ED635}" destId="{5834E955-A97D-4FA4-932B-4856B88C23D5}" srcOrd="2" destOrd="0" presId="urn:microsoft.com/office/officeart/2018/2/layout/IconCircleList"/>
    <dgm:cxn modelId="{518C4ECB-292D-4627-B0AD-F648E16CCB95}" type="presParOf" srcId="{50AC5C41-44D8-4F23-B262-327AF07ED635}" destId="{CD8F09A1-3ADB-4687-91A7-BFB09A4E0260}"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91034D4E-C41C-45E4-BD87-F4F49EEBC96A}" type="doc">
      <dgm:prSet loTypeId="urn:microsoft.com/office/officeart/2018/5/layout/IconCircleLabelList" loCatId="icon" qsTypeId="urn:microsoft.com/office/officeart/2005/8/quickstyle/simple1" qsCatId="simple" csTypeId="urn:microsoft.com/office/officeart/2018/5/colors/Iconchunking_neutralicon_accent0_3" csCatId="mainScheme" phldr="1"/>
      <dgm:spPr/>
      <dgm:t>
        <a:bodyPr/>
        <a:lstStyle/>
        <a:p>
          <a:endParaRPr lang="en-US"/>
        </a:p>
      </dgm:t>
    </dgm:pt>
    <dgm:pt modelId="{982B2FE2-537B-4043-A2E9-AC1E376774BE}">
      <dgm:prSet/>
      <dgm:spPr/>
      <dgm:t>
        <a:bodyPr/>
        <a:lstStyle/>
        <a:p>
          <a:pPr>
            <a:defRPr cap="all"/>
          </a:pPr>
          <a:r>
            <a:rPr lang="en-US"/>
            <a:t>GitHub</a:t>
          </a:r>
        </a:p>
      </dgm:t>
    </dgm:pt>
    <dgm:pt modelId="{D1563DCA-B41D-4DA9-A429-A1EEF443648A}" type="parTrans" cxnId="{2B22BB29-06AF-4AEA-96AC-99320619072E}">
      <dgm:prSet/>
      <dgm:spPr/>
      <dgm:t>
        <a:bodyPr/>
        <a:lstStyle/>
        <a:p>
          <a:endParaRPr lang="en-US"/>
        </a:p>
      </dgm:t>
    </dgm:pt>
    <dgm:pt modelId="{7D61E17F-C175-42A1-9D6A-E0C66E51C922}" type="sibTrans" cxnId="{2B22BB29-06AF-4AEA-96AC-99320619072E}">
      <dgm:prSet/>
      <dgm:spPr/>
      <dgm:t>
        <a:bodyPr/>
        <a:lstStyle/>
        <a:p>
          <a:endParaRPr lang="en-US"/>
        </a:p>
      </dgm:t>
    </dgm:pt>
    <dgm:pt modelId="{CA0B661B-42D3-4685-9F9C-4B5AFEF67980}">
      <dgm:prSet/>
      <dgm:spPr/>
      <dgm:t>
        <a:bodyPr/>
        <a:lstStyle/>
        <a:p>
          <a:pPr>
            <a:defRPr cap="all"/>
          </a:pPr>
          <a:r>
            <a:rPr lang="en-US"/>
            <a:t>The ESP 32U/Bluetooth</a:t>
          </a:r>
        </a:p>
      </dgm:t>
    </dgm:pt>
    <dgm:pt modelId="{567D3E82-5A56-4CAC-92BA-A6A97243438A}" type="parTrans" cxnId="{50644B6B-4A2D-42CE-95D2-5FEDFD84E974}">
      <dgm:prSet/>
      <dgm:spPr/>
      <dgm:t>
        <a:bodyPr/>
        <a:lstStyle/>
        <a:p>
          <a:endParaRPr lang="en-US"/>
        </a:p>
      </dgm:t>
    </dgm:pt>
    <dgm:pt modelId="{830F3A5C-5C26-438D-8064-4F0976CF167C}" type="sibTrans" cxnId="{50644B6B-4A2D-42CE-95D2-5FEDFD84E974}">
      <dgm:prSet/>
      <dgm:spPr/>
      <dgm:t>
        <a:bodyPr/>
        <a:lstStyle/>
        <a:p>
          <a:endParaRPr lang="en-US"/>
        </a:p>
      </dgm:t>
    </dgm:pt>
    <dgm:pt modelId="{4B7190BB-A9D3-45F7-BFEA-25B0186B2A40}">
      <dgm:prSet/>
      <dgm:spPr/>
      <dgm:t>
        <a:bodyPr/>
        <a:lstStyle/>
        <a:p>
          <a:pPr>
            <a:defRPr cap="all"/>
          </a:pPr>
          <a:r>
            <a:rPr lang="en-US"/>
            <a:t>Communication</a:t>
          </a:r>
        </a:p>
      </dgm:t>
    </dgm:pt>
    <dgm:pt modelId="{63BB1FC1-E6CE-4721-AE9A-E5858B28D6DA}" type="parTrans" cxnId="{53A7F5A3-6D67-485F-AAD8-83C244D7E976}">
      <dgm:prSet/>
      <dgm:spPr/>
      <dgm:t>
        <a:bodyPr/>
        <a:lstStyle/>
        <a:p>
          <a:endParaRPr lang="en-US"/>
        </a:p>
      </dgm:t>
    </dgm:pt>
    <dgm:pt modelId="{107DDB0F-CF6C-4160-B090-5B84A1F45F75}" type="sibTrans" cxnId="{53A7F5A3-6D67-485F-AAD8-83C244D7E976}">
      <dgm:prSet/>
      <dgm:spPr/>
      <dgm:t>
        <a:bodyPr/>
        <a:lstStyle/>
        <a:p>
          <a:endParaRPr lang="en-US"/>
        </a:p>
      </dgm:t>
    </dgm:pt>
    <dgm:pt modelId="{E7FB777A-60EB-482F-BD86-424D65F92042}" type="pres">
      <dgm:prSet presAssocID="{91034D4E-C41C-45E4-BD87-F4F49EEBC96A}" presName="root" presStyleCnt="0">
        <dgm:presLayoutVars>
          <dgm:dir/>
          <dgm:resizeHandles val="exact"/>
        </dgm:presLayoutVars>
      </dgm:prSet>
      <dgm:spPr/>
    </dgm:pt>
    <dgm:pt modelId="{4DFA801D-A096-4F86-A609-FF3340AD9FA2}" type="pres">
      <dgm:prSet presAssocID="{982B2FE2-537B-4043-A2E9-AC1E376774BE}" presName="compNode" presStyleCnt="0"/>
      <dgm:spPr/>
    </dgm:pt>
    <dgm:pt modelId="{FC46BA1D-A116-4524-AA38-ED6EDFF26311}" type="pres">
      <dgm:prSet presAssocID="{982B2FE2-537B-4043-A2E9-AC1E376774BE}" presName="iconBgRect" presStyleLbl="bgShp" presStyleIdx="0" presStyleCnt="3"/>
      <dgm:spPr/>
    </dgm:pt>
    <dgm:pt modelId="{825A495D-D424-4065-ABC5-DB478B8C86C4}" type="pres">
      <dgm:prSet presAssocID="{982B2FE2-537B-4043-A2E9-AC1E376774BE}" presName="iconRect" presStyleLbl="node1" presStyleIdx="0"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Management"/>
        </a:ext>
      </dgm:extLst>
    </dgm:pt>
    <dgm:pt modelId="{11F394B6-65BD-4A21-9CB1-154ED8F65FA5}" type="pres">
      <dgm:prSet presAssocID="{982B2FE2-537B-4043-A2E9-AC1E376774BE}" presName="spaceRect" presStyleCnt="0"/>
      <dgm:spPr/>
    </dgm:pt>
    <dgm:pt modelId="{54687FA6-C465-4910-AC86-5A2A7800AA29}" type="pres">
      <dgm:prSet presAssocID="{982B2FE2-537B-4043-A2E9-AC1E376774BE}" presName="textRect" presStyleLbl="revTx" presStyleIdx="0" presStyleCnt="3">
        <dgm:presLayoutVars>
          <dgm:chMax val="1"/>
          <dgm:chPref val="1"/>
        </dgm:presLayoutVars>
      </dgm:prSet>
      <dgm:spPr/>
    </dgm:pt>
    <dgm:pt modelId="{970685BF-B4D3-4D43-B885-81FA7858DD7E}" type="pres">
      <dgm:prSet presAssocID="{7D61E17F-C175-42A1-9D6A-E0C66E51C922}" presName="sibTrans" presStyleCnt="0"/>
      <dgm:spPr/>
    </dgm:pt>
    <dgm:pt modelId="{5E601FB9-3E2E-41F6-BE6E-270B2EBB448E}" type="pres">
      <dgm:prSet presAssocID="{CA0B661B-42D3-4685-9F9C-4B5AFEF67980}" presName="compNode" presStyleCnt="0"/>
      <dgm:spPr/>
    </dgm:pt>
    <dgm:pt modelId="{44B776B4-2D75-42AA-8E98-840AD17E9685}" type="pres">
      <dgm:prSet presAssocID="{CA0B661B-42D3-4685-9F9C-4B5AFEF67980}" presName="iconBgRect" presStyleLbl="bgShp" presStyleIdx="1" presStyleCnt="3"/>
      <dgm:spPr/>
    </dgm:pt>
    <dgm:pt modelId="{81F8693F-F491-49EB-9E7D-59CA392BDA2C}" type="pres">
      <dgm:prSet presAssocID="{CA0B661B-42D3-4685-9F9C-4B5AFEF67980}" presName="iconRect" presStyleLbl="node1" presStyleIdx="1"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luetooth"/>
        </a:ext>
      </dgm:extLst>
    </dgm:pt>
    <dgm:pt modelId="{E4046A5A-365F-4136-A688-5F0D774EEBB6}" type="pres">
      <dgm:prSet presAssocID="{CA0B661B-42D3-4685-9F9C-4B5AFEF67980}" presName="spaceRect" presStyleCnt="0"/>
      <dgm:spPr/>
    </dgm:pt>
    <dgm:pt modelId="{728FCB61-13E4-418D-BEC9-2FC1A1F11B06}" type="pres">
      <dgm:prSet presAssocID="{CA0B661B-42D3-4685-9F9C-4B5AFEF67980}" presName="textRect" presStyleLbl="revTx" presStyleIdx="1" presStyleCnt="3">
        <dgm:presLayoutVars>
          <dgm:chMax val="1"/>
          <dgm:chPref val="1"/>
        </dgm:presLayoutVars>
      </dgm:prSet>
      <dgm:spPr/>
    </dgm:pt>
    <dgm:pt modelId="{0C8A2D6E-3B62-45F2-BFB9-D01205F496C0}" type="pres">
      <dgm:prSet presAssocID="{830F3A5C-5C26-438D-8064-4F0976CF167C}" presName="sibTrans" presStyleCnt="0"/>
      <dgm:spPr/>
    </dgm:pt>
    <dgm:pt modelId="{6045FC50-039F-4426-9820-F975D53B6CCF}" type="pres">
      <dgm:prSet presAssocID="{4B7190BB-A9D3-45F7-BFEA-25B0186B2A40}" presName="compNode" presStyleCnt="0"/>
      <dgm:spPr/>
    </dgm:pt>
    <dgm:pt modelId="{D3911D92-C35B-4D8B-81D7-4006DF5D2FFC}" type="pres">
      <dgm:prSet presAssocID="{4B7190BB-A9D3-45F7-BFEA-25B0186B2A40}" presName="iconBgRect" presStyleLbl="bgShp" presStyleIdx="2" presStyleCnt="3"/>
      <dgm:spPr/>
    </dgm:pt>
    <dgm:pt modelId="{7DD58BFC-1B08-4A84-88AD-585378C2D363}" type="pres">
      <dgm:prSet presAssocID="{4B7190BB-A9D3-45F7-BFEA-25B0186B2A40}" presName="iconRect" presStyleLbl="node1" presStyleIdx="2" presStyleCnt="3"/>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Telephone"/>
        </a:ext>
      </dgm:extLst>
    </dgm:pt>
    <dgm:pt modelId="{0C8EF116-391A-43C0-8F8E-3A3B8788C681}" type="pres">
      <dgm:prSet presAssocID="{4B7190BB-A9D3-45F7-BFEA-25B0186B2A40}" presName="spaceRect" presStyleCnt="0"/>
      <dgm:spPr/>
    </dgm:pt>
    <dgm:pt modelId="{0FBBA2B8-E1F6-4AAF-8CF8-3BECCC11F7E4}" type="pres">
      <dgm:prSet presAssocID="{4B7190BB-A9D3-45F7-BFEA-25B0186B2A40}" presName="textRect" presStyleLbl="revTx" presStyleIdx="2" presStyleCnt="3">
        <dgm:presLayoutVars>
          <dgm:chMax val="1"/>
          <dgm:chPref val="1"/>
        </dgm:presLayoutVars>
      </dgm:prSet>
      <dgm:spPr/>
    </dgm:pt>
  </dgm:ptLst>
  <dgm:cxnLst>
    <dgm:cxn modelId="{2B22BB29-06AF-4AEA-96AC-99320619072E}" srcId="{91034D4E-C41C-45E4-BD87-F4F49EEBC96A}" destId="{982B2FE2-537B-4043-A2E9-AC1E376774BE}" srcOrd="0" destOrd="0" parTransId="{D1563DCA-B41D-4DA9-A429-A1EEF443648A}" sibTransId="{7D61E17F-C175-42A1-9D6A-E0C66E51C922}"/>
    <dgm:cxn modelId="{9718E862-396F-4671-A47B-8BEB2666A3EF}" type="presOf" srcId="{4B7190BB-A9D3-45F7-BFEA-25B0186B2A40}" destId="{0FBBA2B8-E1F6-4AAF-8CF8-3BECCC11F7E4}" srcOrd="0" destOrd="0" presId="urn:microsoft.com/office/officeart/2018/5/layout/IconCircleLabelList"/>
    <dgm:cxn modelId="{50644B6B-4A2D-42CE-95D2-5FEDFD84E974}" srcId="{91034D4E-C41C-45E4-BD87-F4F49EEBC96A}" destId="{CA0B661B-42D3-4685-9F9C-4B5AFEF67980}" srcOrd="1" destOrd="0" parTransId="{567D3E82-5A56-4CAC-92BA-A6A97243438A}" sibTransId="{830F3A5C-5C26-438D-8064-4F0976CF167C}"/>
    <dgm:cxn modelId="{53A7F5A3-6D67-485F-AAD8-83C244D7E976}" srcId="{91034D4E-C41C-45E4-BD87-F4F49EEBC96A}" destId="{4B7190BB-A9D3-45F7-BFEA-25B0186B2A40}" srcOrd="2" destOrd="0" parTransId="{63BB1FC1-E6CE-4721-AE9A-E5858B28D6DA}" sibTransId="{107DDB0F-CF6C-4160-B090-5B84A1F45F75}"/>
    <dgm:cxn modelId="{682302C1-F77B-4C6E-9314-8F224D08E67C}" type="presOf" srcId="{982B2FE2-537B-4043-A2E9-AC1E376774BE}" destId="{54687FA6-C465-4910-AC86-5A2A7800AA29}" srcOrd="0" destOrd="0" presId="urn:microsoft.com/office/officeart/2018/5/layout/IconCircleLabelList"/>
    <dgm:cxn modelId="{222086C8-7A9C-40F8-B2E5-8829548FFDB5}" type="presOf" srcId="{91034D4E-C41C-45E4-BD87-F4F49EEBC96A}" destId="{E7FB777A-60EB-482F-BD86-424D65F92042}" srcOrd="0" destOrd="0" presId="urn:microsoft.com/office/officeart/2018/5/layout/IconCircleLabelList"/>
    <dgm:cxn modelId="{D3F31AC9-1976-42C0-BA25-D2902C1AF852}" type="presOf" srcId="{CA0B661B-42D3-4685-9F9C-4B5AFEF67980}" destId="{728FCB61-13E4-418D-BEC9-2FC1A1F11B06}" srcOrd="0" destOrd="0" presId="urn:microsoft.com/office/officeart/2018/5/layout/IconCircleLabelList"/>
    <dgm:cxn modelId="{0B773BF5-18E6-4203-AAE7-6D217EBB6CC2}" type="presParOf" srcId="{E7FB777A-60EB-482F-BD86-424D65F92042}" destId="{4DFA801D-A096-4F86-A609-FF3340AD9FA2}" srcOrd="0" destOrd="0" presId="urn:microsoft.com/office/officeart/2018/5/layout/IconCircleLabelList"/>
    <dgm:cxn modelId="{F16035F0-2CCF-4804-8BF0-A6598BA8653D}" type="presParOf" srcId="{4DFA801D-A096-4F86-A609-FF3340AD9FA2}" destId="{FC46BA1D-A116-4524-AA38-ED6EDFF26311}" srcOrd="0" destOrd="0" presId="urn:microsoft.com/office/officeart/2018/5/layout/IconCircleLabelList"/>
    <dgm:cxn modelId="{D97E6523-445B-4096-861B-8C38CDA0F615}" type="presParOf" srcId="{4DFA801D-A096-4F86-A609-FF3340AD9FA2}" destId="{825A495D-D424-4065-ABC5-DB478B8C86C4}" srcOrd="1" destOrd="0" presId="urn:microsoft.com/office/officeart/2018/5/layout/IconCircleLabelList"/>
    <dgm:cxn modelId="{5C09EFC4-1DE5-4B49-844B-918FCBAA70AD}" type="presParOf" srcId="{4DFA801D-A096-4F86-A609-FF3340AD9FA2}" destId="{11F394B6-65BD-4A21-9CB1-154ED8F65FA5}" srcOrd="2" destOrd="0" presId="urn:microsoft.com/office/officeart/2018/5/layout/IconCircleLabelList"/>
    <dgm:cxn modelId="{C17D9986-4DEA-4404-A2B4-0C47DFC42A51}" type="presParOf" srcId="{4DFA801D-A096-4F86-A609-FF3340AD9FA2}" destId="{54687FA6-C465-4910-AC86-5A2A7800AA29}" srcOrd="3" destOrd="0" presId="urn:microsoft.com/office/officeart/2018/5/layout/IconCircleLabelList"/>
    <dgm:cxn modelId="{14E1F417-F745-4C5F-B260-E61CFED17E68}" type="presParOf" srcId="{E7FB777A-60EB-482F-BD86-424D65F92042}" destId="{970685BF-B4D3-4D43-B885-81FA7858DD7E}" srcOrd="1" destOrd="0" presId="urn:microsoft.com/office/officeart/2018/5/layout/IconCircleLabelList"/>
    <dgm:cxn modelId="{B9BD965C-AC24-49D2-B492-B7DC679337BA}" type="presParOf" srcId="{E7FB777A-60EB-482F-BD86-424D65F92042}" destId="{5E601FB9-3E2E-41F6-BE6E-270B2EBB448E}" srcOrd="2" destOrd="0" presId="urn:microsoft.com/office/officeart/2018/5/layout/IconCircleLabelList"/>
    <dgm:cxn modelId="{24CFE971-0805-4624-9EC5-F79991595007}" type="presParOf" srcId="{5E601FB9-3E2E-41F6-BE6E-270B2EBB448E}" destId="{44B776B4-2D75-42AA-8E98-840AD17E9685}" srcOrd="0" destOrd="0" presId="urn:microsoft.com/office/officeart/2018/5/layout/IconCircleLabelList"/>
    <dgm:cxn modelId="{C98245A8-7E8D-4658-8EFC-FB14F94169B6}" type="presParOf" srcId="{5E601FB9-3E2E-41F6-BE6E-270B2EBB448E}" destId="{81F8693F-F491-49EB-9E7D-59CA392BDA2C}" srcOrd="1" destOrd="0" presId="urn:microsoft.com/office/officeart/2018/5/layout/IconCircleLabelList"/>
    <dgm:cxn modelId="{F0179C6B-DD32-47CF-9066-CD7BB731C10A}" type="presParOf" srcId="{5E601FB9-3E2E-41F6-BE6E-270B2EBB448E}" destId="{E4046A5A-365F-4136-A688-5F0D774EEBB6}" srcOrd="2" destOrd="0" presId="urn:microsoft.com/office/officeart/2018/5/layout/IconCircleLabelList"/>
    <dgm:cxn modelId="{330E4D82-245D-4B28-96F6-1DCE359BE413}" type="presParOf" srcId="{5E601FB9-3E2E-41F6-BE6E-270B2EBB448E}" destId="{728FCB61-13E4-418D-BEC9-2FC1A1F11B06}" srcOrd="3" destOrd="0" presId="urn:microsoft.com/office/officeart/2018/5/layout/IconCircleLabelList"/>
    <dgm:cxn modelId="{B70A7F90-457E-4AA8-825E-72939BF9EFD2}" type="presParOf" srcId="{E7FB777A-60EB-482F-BD86-424D65F92042}" destId="{0C8A2D6E-3B62-45F2-BFB9-D01205F496C0}" srcOrd="3" destOrd="0" presId="urn:microsoft.com/office/officeart/2018/5/layout/IconCircleLabelList"/>
    <dgm:cxn modelId="{8A28D5A1-3791-4945-AFC6-9EF26D5B9900}" type="presParOf" srcId="{E7FB777A-60EB-482F-BD86-424D65F92042}" destId="{6045FC50-039F-4426-9820-F975D53B6CCF}" srcOrd="4" destOrd="0" presId="urn:microsoft.com/office/officeart/2018/5/layout/IconCircleLabelList"/>
    <dgm:cxn modelId="{C03A1D34-1ECF-4C62-931E-4BF10CE44E71}" type="presParOf" srcId="{6045FC50-039F-4426-9820-F975D53B6CCF}" destId="{D3911D92-C35B-4D8B-81D7-4006DF5D2FFC}" srcOrd="0" destOrd="0" presId="urn:microsoft.com/office/officeart/2018/5/layout/IconCircleLabelList"/>
    <dgm:cxn modelId="{BE234F6C-6492-43D7-98E1-23FE5C25D4AD}" type="presParOf" srcId="{6045FC50-039F-4426-9820-F975D53B6CCF}" destId="{7DD58BFC-1B08-4A84-88AD-585378C2D363}" srcOrd="1" destOrd="0" presId="urn:microsoft.com/office/officeart/2018/5/layout/IconCircleLabelList"/>
    <dgm:cxn modelId="{4984A89C-8C88-4C56-B3EB-66E88C89E61F}" type="presParOf" srcId="{6045FC50-039F-4426-9820-F975D53B6CCF}" destId="{0C8EF116-391A-43C0-8F8E-3A3B8788C681}" srcOrd="2" destOrd="0" presId="urn:microsoft.com/office/officeart/2018/5/layout/IconCircleLabelList"/>
    <dgm:cxn modelId="{D3497F03-0051-4F76-955F-AA3427499F87}" type="presParOf" srcId="{6045FC50-039F-4426-9820-F975D53B6CCF}" destId="{0FBBA2B8-E1F6-4AAF-8CF8-3BECCC11F7E4}" srcOrd="3" destOrd="0" presId="urn:microsoft.com/office/officeart/2018/5/layout/IconCircle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60F20EA2-A6A9-4DA6-8D2B-D980EAD9EA48}" type="doc">
      <dgm:prSet loTypeId="urn:microsoft.com/office/officeart/2005/8/layout/hierarchy3" loCatId="hierarchy" qsTypeId="urn:microsoft.com/office/officeart/2005/8/quickstyle/simple5" qsCatId="simple" csTypeId="urn:microsoft.com/office/officeart/2005/8/colors/accent1_2" csCatId="accent1" phldr="1"/>
      <dgm:spPr/>
      <dgm:t>
        <a:bodyPr/>
        <a:lstStyle/>
        <a:p>
          <a:endParaRPr lang="en-US"/>
        </a:p>
      </dgm:t>
    </dgm:pt>
    <dgm:pt modelId="{2625505C-3A8C-451D-B84E-93CF874A6398}">
      <dgm:prSet/>
      <dgm:spPr/>
      <dgm:t>
        <a:bodyPr/>
        <a:lstStyle/>
        <a:p>
          <a:r>
            <a:rPr lang="en-US" dirty="0"/>
            <a:t>The Remote</a:t>
          </a:r>
        </a:p>
      </dgm:t>
    </dgm:pt>
    <dgm:pt modelId="{8BE0F9F7-BBE8-4C58-8DAF-DD8106758F38}" type="parTrans" cxnId="{C3EE4F27-DF88-474B-BFD6-BE6DF090AF88}">
      <dgm:prSet/>
      <dgm:spPr/>
      <dgm:t>
        <a:bodyPr/>
        <a:lstStyle/>
        <a:p>
          <a:endParaRPr lang="en-US"/>
        </a:p>
      </dgm:t>
    </dgm:pt>
    <dgm:pt modelId="{6604DA1E-7735-44CC-86F9-5ED7FB20DDAF}" type="sibTrans" cxnId="{C3EE4F27-DF88-474B-BFD6-BE6DF090AF88}">
      <dgm:prSet/>
      <dgm:spPr/>
      <dgm:t>
        <a:bodyPr/>
        <a:lstStyle/>
        <a:p>
          <a:endParaRPr lang="en-US"/>
        </a:p>
      </dgm:t>
    </dgm:pt>
    <dgm:pt modelId="{6DD67F0B-F00A-4429-B025-DEA01424CD0E}">
      <dgm:prSet/>
      <dgm:spPr/>
      <dgm:t>
        <a:bodyPr/>
        <a:lstStyle/>
        <a:p>
          <a:r>
            <a:rPr lang="en-US"/>
            <a:t>The Primary Program</a:t>
          </a:r>
        </a:p>
      </dgm:t>
    </dgm:pt>
    <dgm:pt modelId="{FE205AE8-95F0-447D-8BC2-00E051346810}" type="parTrans" cxnId="{EBEC0459-8C6E-47AC-8DB0-968D6498BC08}">
      <dgm:prSet/>
      <dgm:spPr/>
      <dgm:t>
        <a:bodyPr/>
        <a:lstStyle/>
        <a:p>
          <a:endParaRPr lang="en-US"/>
        </a:p>
      </dgm:t>
    </dgm:pt>
    <dgm:pt modelId="{095375FD-9686-4F99-826C-913BB48466F4}" type="sibTrans" cxnId="{EBEC0459-8C6E-47AC-8DB0-968D6498BC08}">
      <dgm:prSet/>
      <dgm:spPr/>
      <dgm:t>
        <a:bodyPr/>
        <a:lstStyle/>
        <a:p>
          <a:endParaRPr lang="en-US"/>
        </a:p>
      </dgm:t>
    </dgm:pt>
    <dgm:pt modelId="{59E8640C-E1F4-458B-9919-3D42A82CDA7C}" type="pres">
      <dgm:prSet presAssocID="{60F20EA2-A6A9-4DA6-8D2B-D980EAD9EA48}" presName="diagram" presStyleCnt="0">
        <dgm:presLayoutVars>
          <dgm:chPref val="1"/>
          <dgm:dir/>
          <dgm:animOne val="branch"/>
          <dgm:animLvl val="lvl"/>
          <dgm:resizeHandles/>
        </dgm:presLayoutVars>
      </dgm:prSet>
      <dgm:spPr/>
    </dgm:pt>
    <dgm:pt modelId="{35A641CA-B246-45DB-BAC7-32F1C33686AE}" type="pres">
      <dgm:prSet presAssocID="{2625505C-3A8C-451D-B84E-93CF874A6398}" presName="root" presStyleCnt="0"/>
      <dgm:spPr/>
    </dgm:pt>
    <dgm:pt modelId="{76AC4535-68D4-436F-850B-BEA397F2DF21}" type="pres">
      <dgm:prSet presAssocID="{2625505C-3A8C-451D-B84E-93CF874A6398}" presName="rootComposite" presStyleCnt="0"/>
      <dgm:spPr/>
    </dgm:pt>
    <dgm:pt modelId="{17A324C9-DF51-4B2F-820F-B5AD812D2F89}" type="pres">
      <dgm:prSet presAssocID="{2625505C-3A8C-451D-B84E-93CF874A6398}" presName="rootText" presStyleLbl="node1" presStyleIdx="0" presStyleCnt="2"/>
      <dgm:spPr/>
    </dgm:pt>
    <dgm:pt modelId="{A603C394-3772-41C2-8586-0C085B56839B}" type="pres">
      <dgm:prSet presAssocID="{2625505C-3A8C-451D-B84E-93CF874A6398}" presName="rootConnector" presStyleLbl="node1" presStyleIdx="0" presStyleCnt="2"/>
      <dgm:spPr/>
    </dgm:pt>
    <dgm:pt modelId="{E1308CE0-A728-4D07-8EA2-D3AB3C5F0F80}" type="pres">
      <dgm:prSet presAssocID="{2625505C-3A8C-451D-B84E-93CF874A6398}" presName="childShape" presStyleCnt="0"/>
      <dgm:spPr/>
    </dgm:pt>
    <dgm:pt modelId="{499A6A23-59DA-489B-AE3D-DB1770E105D2}" type="pres">
      <dgm:prSet presAssocID="{6DD67F0B-F00A-4429-B025-DEA01424CD0E}" presName="root" presStyleCnt="0"/>
      <dgm:spPr/>
    </dgm:pt>
    <dgm:pt modelId="{D8657F1E-33CF-4F20-B42F-6ACCA0563C00}" type="pres">
      <dgm:prSet presAssocID="{6DD67F0B-F00A-4429-B025-DEA01424CD0E}" presName="rootComposite" presStyleCnt="0"/>
      <dgm:spPr/>
    </dgm:pt>
    <dgm:pt modelId="{ED3932EB-18A3-4EC5-9CF5-8C7AFB8464D6}" type="pres">
      <dgm:prSet presAssocID="{6DD67F0B-F00A-4429-B025-DEA01424CD0E}" presName="rootText" presStyleLbl="node1" presStyleIdx="1" presStyleCnt="2"/>
      <dgm:spPr/>
    </dgm:pt>
    <dgm:pt modelId="{62C1C068-174B-4165-B27B-D8E6213BA715}" type="pres">
      <dgm:prSet presAssocID="{6DD67F0B-F00A-4429-B025-DEA01424CD0E}" presName="rootConnector" presStyleLbl="node1" presStyleIdx="1" presStyleCnt="2"/>
      <dgm:spPr/>
    </dgm:pt>
    <dgm:pt modelId="{0EE35EB9-2292-4257-A65A-C81A6292390E}" type="pres">
      <dgm:prSet presAssocID="{6DD67F0B-F00A-4429-B025-DEA01424CD0E}" presName="childShape" presStyleCnt="0"/>
      <dgm:spPr/>
    </dgm:pt>
  </dgm:ptLst>
  <dgm:cxnLst>
    <dgm:cxn modelId="{8D6F0105-53F8-4EBE-9AFB-664678975EF6}" type="presOf" srcId="{6DD67F0B-F00A-4429-B025-DEA01424CD0E}" destId="{62C1C068-174B-4165-B27B-D8E6213BA715}" srcOrd="1" destOrd="0" presId="urn:microsoft.com/office/officeart/2005/8/layout/hierarchy3"/>
    <dgm:cxn modelId="{C3EE4F27-DF88-474B-BFD6-BE6DF090AF88}" srcId="{60F20EA2-A6A9-4DA6-8D2B-D980EAD9EA48}" destId="{2625505C-3A8C-451D-B84E-93CF874A6398}" srcOrd="0" destOrd="0" parTransId="{8BE0F9F7-BBE8-4C58-8DAF-DD8106758F38}" sibTransId="{6604DA1E-7735-44CC-86F9-5ED7FB20DDAF}"/>
    <dgm:cxn modelId="{41D67B4C-AC84-432C-9B9B-0D515C5AB57D}" type="presOf" srcId="{60F20EA2-A6A9-4DA6-8D2B-D980EAD9EA48}" destId="{59E8640C-E1F4-458B-9919-3D42A82CDA7C}" srcOrd="0" destOrd="0" presId="urn:microsoft.com/office/officeart/2005/8/layout/hierarchy3"/>
    <dgm:cxn modelId="{EBEC0459-8C6E-47AC-8DB0-968D6498BC08}" srcId="{60F20EA2-A6A9-4DA6-8D2B-D980EAD9EA48}" destId="{6DD67F0B-F00A-4429-B025-DEA01424CD0E}" srcOrd="1" destOrd="0" parTransId="{FE205AE8-95F0-447D-8BC2-00E051346810}" sibTransId="{095375FD-9686-4F99-826C-913BB48466F4}"/>
    <dgm:cxn modelId="{2F017F93-3918-4267-942E-7C6A84D2CF35}" type="presOf" srcId="{6DD67F0B-F00A-4429-B025-DEA01424CD0E}" destId="{ED3932EB-18A3-4EC5-9CF5-8C7AFB8464D6}" srcOrd="0" destOrd="0" presId="urn:microsoft.com/office/officeart/2005/8/layout/hierarchy3"/>
    <dgm:cxn modelId="{AB1669B9-0B43-425E-A743-B9BE1D8088B5}" type="presOf" srcId="{2625505C-3A8C-451D-B84E-93CF874A6398}" destId="{17A324C9-DF51-4B2F-820F-B5AD812D2F89}" srcOrd="0" destOrd="0" presId="urn:microsoft.com/office/officeart/2005/8/layout/hierarchy3"/>
    <dgm:cxn modelId="{060923BE-91F0-4D70-9E1E-A3918E13DB87}" type="presOf" srcId="{2625505C-3A8C-451D-B84E-93CF874A6398}" destId="{A603C394-3772-41C2-8586-0C085B56839B}" srcOrd="1" destOrd="0" presId="urn:microsoft.com/office/officeart/2005/8/layout/hierarchy3"/>
    <dgm:cxn modelId="{4108CB56-9EB6-4BA6-961A-0096D8AEADAE}" type="presParOf" srcId="{59E8640C-E1F4-458B-9919-3D42A82CDA7C}" destId="{35A641CA-B246-45DB-BAC7-32F1C33686AE}" srcOrd="0" destOrd="0" presId="urn:microsoft.com/office/officeart/2005/8/layout/hierarchy3"/>
    <dgm:cxn modelId="{AA88F9E6-D791-4778-BD9D-EA752C99C670}" type="presParOf" srcId="{35A641CA-B246-45DB-BAC7-32F1C33686AE}" destId="{76AC4535-68D4-436F-850B-BEA397F2DF21}" srcOrd="0" destOrd="0" presId="urn:microsoft.com/office/officeart/2005/8/layout/hierarchy3"/>
    <dgm:cxn modelId="{339AE4E0-15E0-4899-9CBE-ADC61D6A62A7}" type="presParOf" srcId="{76AC4535-68D4-436F-850B-BEA397F2DF21}" destId="{17A324C9-DF51-4B2F-820F-B5AD812D2F89}" srcOrd="0" destOrd="0" presId="urn:microsoft.com/office/officeart/2005/8/layout/hierarchy3"/>
    <dgm:cxn modelId="{BAE0EA19-46F7-4F59-9F73-9EAB6D5490AE}" type="presParOf" srcId="{76AC4535-68D4-436F-850B-BEA397F2DF21}" destId="{A603C394-3772-41C2-8586-0C085B56839B}" srcOrd="1" destOrd="0" presId="urn:microsoft.com/office/officeart/2005/8/layout/hierarchy3"/>
    <dgm:cxn modelId="{B598D423-035E-4E30-BD64-429263A9263F}" type="presParOf" srcId="{35A641CA-B246-45DB-BAC7-32F1C33686AE}" destId="{E1308CE0-A728-4D07-8EA2-D3AB3C5F0F80}" srcOrd="1" destOrd="0" presId="urn:microsoft.com/office/officeart/2005/8/layout/hierarchy3"/>
    <dgm:cxn modelId="{E508E056-5126-46AB-9ABC-9F2EE1488C91}" type="presParOf" srcId="{59E8640C-E1F4-458B-9919-3D42A82CDA7C}" destId="{499A6A23-59DA-489B-AE3D-DB1770E105D2}" srcOrd="1" destOrd="0" presId="urn:microsoft.com/office/officeart/2005/8/layout/hierarchy3"/>
    <dgm:cxn modelId="{496EB08C-5EB2-45EA-9940-D566735B875C}" type="presParOf" srcId="{499A6A23-59DA-489B-AE3D-DB1770E105D2}" destId="{D8657F1E-33CF-4F20-B42F-6ACCA0563C00}" srcOrd="0" destOrd="0" presId="urn:microsoft.com/office/officeart/2005/8/layout/hierarchy3"/>
    <dgm:cxn modelId="{A3EF667A-79AC-465D-A44F-4DA6C7A83E6E}" type="presParOf" srcId="{D8657F1E-33CF-4F20-B42F-6ACCA0563C00}" destId="{ED3932EB-18A3-4EC5-9CF5-8C7AFB8464D6}" srcOrd="0" destOrd="0" presId="urn:microsoft.com/office/officeart/2005/8/layout/hierarchy3"/>
    <dgm:cxn modelId="{A07BCA73-35BB-46E7-AC4E-3B1EA56BF2B2}" type="presParOf" srcId="{D8657F1E-33CF-4F20-B42F-6ACCA0563C00}" destId="{62C1C068-174B-4165-B27B-D8E6213BA715}" srcOrd="1" destOrd="0" presId="urn:microsoft.com/office/officeart/2005/8/layout/hierarchy3"/>
    <dgm:cxn modelId="{3AE2DD14-70B9-4D8E-A194-60D69F96C888}" type="presParOf" srcId="{499A6A23-59DA-489B-AE3D-DB1770E105D2}" destId="{0EE35EB9-2292-4257-A65A-C81A6292390E}" srcOrd="1" destOrd="0" presId="urn:microsoft.com/office/officeart/2005/8/layout/hierarchy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6A8207A-2DD9-4307-A13C-41B4C911638A}" type="doc">
      <dgm:prSet loTypeId="urn:microsoft.com/office/officeart/2018/2/layout/IconLabelList" loCatId="icon" qsTypeId="urn:microsoft.com/office/officeart/2005/8/quickstyle/simple1" qsCatId="simple" csTypeId="urn:microsoft.com/office/officeart/2018/5/colors/Iconchunking_neutralbg_colorful5" csCatId="colorful" phldr="1"/>
      <dgm:spPr/>
      <dgm:t>
        <a:bodyPr/>
        <a:lstStyle/>
        <a:p>
          <a:endParaRPr lang="en-US"/>
        </a:p>
      </dgm:t>
    </dgm:pt>
    <dgm:pt modelId="{FFEF447B-0CE1-4023-9713-FABDE1494B8E}">
      <dgm:prSet/>
      <dgm:spPr/>
      <dgm:t>
        <a:bodyPr/>
        <a:lstStyle/>
        <a:p>
          <a:r>
            <a:rPr lang="en-US"/>
            <a:t>Proper communication </a:t>
          </a:r>
        </a:p>
      </dgm:t>
    </dgm:pt>
    <dgm:pt modelId="{C80EC341-85A9-4BCC-9512-084812E32974}" type="parTrans" cxnId="{A2A851C3-DACE-4129-9C2F-A5FB8445B7E4}">
      <dgm:prSet/>
      <dgm:spPr/>
      <dgm:t>
        <a:bodyPr/>
        <a:lstStyle/>
        <a:p>
          <a:endParaRPr lang="en-US"/>
        </a:p>
      </dgm:t>
    </dgm:pt>
    <dgm:pt modelId="{90671F89-7665-4944-A203-A96ABF571567}" type="sibTrans" cxnId="{A2A851C3-DACE-4129-9C2F-A5FB8445B7E4}">
      <dgm:prSet/>
      <dgm:spPr/>
      <dgm:t>
        <a:bodyPr/>
        <a:lstStyle/>
        <a:p>
          <a:endParaRPr lang="en-US"/>
        </a:p>
      </dgm:t>
    </dgm:pt>
    <dgm:pt modelId="{CE8F95BA-5C18-41D5-9DF8-6E1BE4C6651D}">
      <dgm:prSet/>
      <dgm:spPr/>
      <dgm:t>
        <a:bodyPr/>
        <a:lstStyle/>
        <a:p>
          <a:r>
            <a:rPr lang="en-US"/>
            <a:t>Sticking to the project scope</a:t>
          </a:r>
        </a:p>
      </dgm:t>
    </dgm:pt>
    <dgm:pt modelId="{F93B687E-7A2B-4F11-9FCD-72FAD3924386}" type="parTrans" cxnId="{C5573072-014C-4DAF-8963-1D9B98B5B99B}">
      <dgm:prSet/>
      <dgm:spPr/>
      <dgm:t>
        <a:bodyPr/>
        <a:lstStyle/>
        <a:p>
          <a:endParaRPr lang="en-US"/>
        </a:p>
      </dgm:t>
    </dgm:pt>
    <dgm:pt modelId="{1B35DD5B-28CD-42D5-8E14-175EBECE2534}" type="sibTrans" cxnId="{C5573072-014C-4DAF-8963-1D9B98B5B99B}">
      <dgm:prSet/>
      <dgm:spPr/>
      <dgm:t>
        <a:bodyPr/>
        <a:lstStyle/>
        <a:p>
          <a:endParaRPr lang="en-US"/>
        </a:p>
      </dgm:t>
    </dgm:pt>
    <dgm:pt modelId="{976F2D34-F535-4483-B8F3-B2306D4BE413}" type="pres">
      <dgm:prSet presAssocID="{76A8207A-2DD9-4307-A13C-41B4C911638A}" presName="root" presStyleCnt="0">
        <dgm:presLayoutVars>
          <dgm:dir/>
          <dgm:resizeHandles val="exact"/>
        </dgm:presLayoutVars>
      </dgm:prSet>
      <dgm:spPr/>
    </dgm:pt>
    <dgm:pt modelId="{C10594F9-0A3B-4165-BE98-66E7C0484CB6}" type="pres">
      <dgm:prSet presAssocID="{FFEF447B-0CE1-4023-9713-FABDE1494B8E}" presName="compNode" presStyleCnt="0"/>
      <dgm:spPr/>
    </dgm:pt>
    <dgm:pt modelId="{CCF6E323-3D0F-4D60-BF0F-76AF79F77039}" type="pres">
      <dgm:prSet presAssocID="{FFEF447B-0CE1-4023-9713-FABDE1494B8E}" presName="iconRect" presStyleLbl="node1" presStyleIdx="0"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a:noFill/>
        </a:ln>
      </dgm:spPr>
      <dgm:extLst>
        <a:ext uri="{E40237B7-FDA0-4F09-8148-C483321AD2D9}">
          <dgm14:cNvPr xmlns:dgm14="http://schemas.microsoft.com/office/drawing/2010/diagram" id="0" name="" descr="Chat"/>
        </a:ext>
      </dgm:extLst>
    </dgm:pt>
    <dgm:pt modelId="{2DC80B6B-A8D4-425A-8FE7-15D43BC899F5}" type="pres">
      <dgm:prSet presAssocID="{FFEF447B-0CE1-4023-9713-FABDE1494B8E}" presName="spaceRect" presStyleCnt="0"/>
      <dgm:spPr/>
    </dgm:pt>
    <dgm:pt modelId="{15EB16FE-123F-4FC3-A4C4-3654265815B2}" type="pres">
      <dgm:prSet presAssocID="{FFEF447B-0CE1-4023-9713-FABDE1494B8E}" presName="textRect" presStyleLbl="revTx" presStyleIdx="0" presStyleCnt="2">
        <dgm:presLayoutVars>
          <dgm:chMax val="1"/>
          <dgm:chPref val="1"/>
        </dgm:presLayoutVars>
      </dgm:prSet>
      <dgm:spPr/>
    </dgm:pt>
    <dgm:pt modelId="{7A58D1A7-ECBD-4E57-B09A-1E24243AAC7F}" type="pres">
      <dgm:prSet presAssocID="{90671F89-7665-4944-A203-A96ABF571567}" presName="sibTrans" presStyleCnt="0"/>
      <dgm:spPr/>
    </dgm:pt>
    <dgm:pt modelId="{0CACD815-A720-4774-A7EC-B24467D73048}" type="pres">
      <dgm:prSet presAssocID="{CE8F95BA-5C18-41D5-9DF8-6E1BE4C6651D}" presName="compNode" presStyleCnt="0"/>
      <dgm:spPr/>
    </dgm:pt>
    <dgm:pt modelId="{C103E4A3-77C8-4DEB-894D-2F0D3F2E464A}" type="pres">
      <dgm:prSet presAssocID="{CE8F95BA-5C18-41D5-9DF8-6E1BE4C6651D}" presName="iconRect" presStyleLbl="node1" presStyleIdx="1" presStyleCnt="2"/>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Document"/>
        </a:ext>
      </dgm:extLst>
    </dgm:pt>
    <dgm:pt modelId="{BFE4AD43-25E5-4EA1-AE45-A717AB65B03C}" type="pres">
      <dgm:prSet presAssocID="{CE8F95BA-5C18-41D5-9DF8-6E1BE4C6651D}" presName="spaceRect" presStyleCnt="0"/>
      <dgm:spPr/>
    </dgm:pt>
    <dgm:pt modelId="{CAA4D7E5-124F-4DDD-80B3-DDF6A037F9A5}" type="pres">
      <dgm:prSet presAssocID="{CE8F95BA-5C18-41D5-9DF8-6E1BE4C6651D}" presName="textRect" presStyleLbl="revTx" presStyleIdx="1" presStyleCnt="2">
        <dgm:presLayoutVars>
          <dgm:chMax val="1"/>
          <dgm:chPref val="1"/>
        </dgm:presLayoutVars>
      </dgm:prSet>
      <dgm:spPr/>
    </dgm:pt>
  </dgm:ptLst>
  <dgm:cxnLst>
    <dgm:cxn modelId="{5160D001-6A04-4334-ADCC-DF34515E4109}" type="presOf" srcId="{CE8F95BA-5C18-41D5-9DF8-6E1BE4C6651D}" destId="{CAA4D7E5-124F-4DDD-80B3-DDF6A037F9A5}" srcOrd="0" destOrd="0" presId="urn:microsoft.com/office/officeart/2018/2/layout/IconLabelList"/>
    <dgm:cxn modelId="{C7ADAC2A-AA9E-4AC0-9BB6-B9E0258383B3}" type="presOf" srcId="{76A8207A-2DD9-4307-A13C-41B4C911638A}" destId="{976F2D34-F535-4483-B8F3-B2306D4BE413}" srcOrd="0" destOrd="0" presId="urn:microsoft.com/office/officeart/2018/2/layout/IconLabelList"/>
    <dgm:cxn modelId="{C5573072-014C-4DAF-8963-1D9B98B5B99B}" srcId="{76A8207A-2DD9-4307-A13C-41B4C911638A}" destId="{CE8F95BA-5C18-41D5-9DF8-6E1BE4C6651D}" srcOrd="1" destOrd="0" parTransId="{F93B687E-7A2B-4F11-9FCD-72FAD3924386}" sibTransId="{1B35DD5B-28CD-42D5-8E14-175EBECE2534}"/>
    <dgm:cxn modelId="{A2A851C3-DACE-4129-9C2F-A5FB8445B7E4}" srcId="{76A8207A-2DD9-4307-A13C-41B4C911638A}" destId="{FFEF447B-0CE1-4023-9713-FABDE1494B8E}" srcOrd="0" destOrd="0" parTransId="{C80EC341-85A9-4BCC-9512-084812E32974}" sibTransId="{90671F89-7665-4944-A203-A96ABF571567}"/>
    <dgm:cxn modelId="{7856CCCC-8293-4043-96D6-1A865BBD51BB}" type="presOf" srcId="{FFEF447B-0CE1-4023-9713-FABDE1494B8E}" destId="{15EB16FE-123F-4FC3-A4C4-3654265815B2}" srcOrd="0" destOrd="0" presId="urn:microsoft.com/office/officeart/2018/2/layout/IconLabelList"/>
    <dgm:cxn modelId="{D98AFB20-850B-44D9-9E12-4B806E9711E9}" type="presParOf" srcId="{976F2D34-F535-4483-B8F3-B2306D4BE413}" destId="{C10594F9-0A3B-4165-BE98-66E7C0484CB6}" srcOrd="0" destOrd="0" presId="urn:microsoft.com/office/officeart/2018/2/layout/IconLabelList"/>
    <dgm:cxn modelId="{7E8CFB01-ACF9-454E-AA71-1114318A7D5F}" type="presParOf" srcId="{C10594F9-0A3B-4165-BE98-66E7C0484CB6}" destId="{CCF6E323-3D0F-4D60-BF0F-76AF79F77039}" srcOrd="0" destOrd="0" presId="urn:microsoft.com/office/officeart/2018/2/layout/IconLabelList"/>
    <dgm:cxn modelId="{A55F8A56-49CD-433C-8820-B06743AD632C}" type="presParOf" srcId="{C10594F9-0A3B-4165-BE98-66E7C0484CB6}" destId="{2DC80B6B-A8D4-425A-8FE7-15D43BC899F5}" srcOrd="1" destOrd="0" presId="urn:microsoft.com/office/officeart/2018/2/layout/IconLabelList"/>
    <dgm:cxn modelId="{A7C38EFE-B64A-4F74-A6F6-8B520BC57295}" type="presParOf" srcId="{C10594F9-0A3B-4165-BE98-66E7C0484CB6}" destId="{15EB16FE-123F-4FC3-A4C4-3654265815B2}" srcOrd="2" destOrd="0" presId="urn:microsoft.com/office/officeart/2018/2/layout/IconLabelList"/>
    <dgm:cxn modelId="{AEE72E96-A966-48B6-91AC-1B855E52F6FC}" type="presParOf" srcId="{976F2D34-F535-4483-B8F3-B2306D4BE413}" destId="{7A58D1A7-ECBD-4E57-B09A-1E24243AAC7F}" srcOrd="1" destOrd="0" presId="urn:microsoft.com/office/officeart/2018/2/layout/IconLabelList"/>
    <dgm:cxn modelId="{BB6AD241-F12D-463F-94E0-4A5BA694179A}" type="presParOf" srcId="{976F2D34-F535-4483-B8F3-B2306D4BE413}" destId="{0CACD815-A720-4774-A7EC-B24467D73048}" srcOrd="2" destOrd="0" presId="urn:microsoft.com/office/officeart/2018/2/layout/IconLabelList"/>
    <dgm:cxn modelId="{210138BC-E01D-49E3-B090-131E28292EAE}" type="presParOf" srcId="{0CACD815-A720-4774-A7EC-B24467D73048}" destId="{C103E4A3-77C8-4DEB-894D-2F0D3F2E464A}" srcOrd="0" destOrd="0" presId="urn:microsoft.com/office/officeart/2018/2/layout/IconLabelList"/>
    <dgm:cxn modelId="{462C3830-3C2E-463C-B95A-E677073A37B7}" type="presParOf" srcId="{0CACD815-A720-4774-A7EC-B24467D73048}" destId="{BFE4AD43-25E5-4EA1-AE45-A717AB65B03C}" srcOrd="1" destOrd="0" presId="urn:microsoft.com/office/officeart/2018/2/layout/IconLabelList"/>
    <dgm:cxn modelId="{E6F9EC22-F082-4A55-8E17-148BDA6010FE}" type="presParOf" srcId="{0CACD815-A720-4774-A7EC-B24467D73048}" destId="{CAA4D7E5-124F-4DDD-80B3-DDF6A037F9A5}" srcOrd="2" destOrd="0" presId="urn:microsoft.com/office/officeart/2018/2/layout/IconLabel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522FE74-D260-4D53-9B2B-E5054A79D475}">
      <dsp:nvSpPr>
        <dsp:cNvPr id="0" name=""/>
        <dsp:cNvSpPr/>
      </dsp:nvSpPr>
      <dsp:spPr>
        <a:xfrm>
          <a:off x="228373" y="10474"/>
          <a:ext cx="803355" cy="80335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AF69626-1D0F-47E7-A8D4-870C84991D80}">
      <dsp:nvSpPr>
        <dsp:cNvPr id="0" name=""/>
        <dsp:cNvSpPr/>
      </dsp:nvSpPr>
      <dsp:spPr>
        <a:xfrm>
          <a:off x="397078" y="179179"/>
          <a:ext cx="465946" cy="46594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2EC8A32-1EAE-4DB7-BB6E-2E0C551A4194}">
      <dsp:nvSpPr>
        <dsp:cNvPr id="0" name=""/>
        <dsp:cNvSpPr/>
      </dsp:nvSpPr>
      <dsp:spPr>
        <a:xfrm>
          <a:off x="1203877" y="10474"/>
          <a:ext cx="1893624" cy="8033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kern="1200"/>
            <a:t>Members</a:t>
          </a:r>
        </a:p>
      </dsp:txBody>
      <dsp:txXfrm>
        <a:off x="1203877" y="10474"/>
        <a:ext cx="1893624" cy="803355"/>
      </dsp:txXfrm>
    </dsp:sp>
    <dsp:sp modelId="{8B62AC3A-0338-457C-8685-826002301537}">
      <dsp:nvSpPr>
        <dsp:cNvPr id="0" name=""/>
        <dsp:cNvSpPr/>
      </dsp:nvSpPr>
      <dsp:spPr>
        <a:xfrm>
          <a:off x="3427451" y="10474"/>
          <a:ext cx="803355" cy="80335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98E41A7-69DE-489C-9A7B-7C791D4B63CD}">
      <dsp:nvSpPr>
        <dsp:cNvPr id="0" name=""/>
        <dsp:cNvSpPr/>
      </dsp:nvSpPr>
      <dsp:spPr>
        <a:xfrm>
          <a:off x="3596156" y="179179"/>
          <a:ext cx="465946" cy="46594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DF27ADE-7877-4ADF-9714-649DB0C33856}">
      <dsp:nvSpPr>
        <dsp:cNvPr id="0" name=""/>
        <dsp:cNvSpPr/>
      </dsp:nvSpPr>
      <dsp:spPr>
        <a:xfrm>
          <a:off x="4402955" y="10474"/>
          <a:ext cx="1893624" cy="8033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kern="1200"/>
            <a:t>The Arcane Armoury Project</a:t>
          </a:r>
        </a:p>
      </dsp:txBody>
      <dsp:txXfrm>
        <a:off x="4402955" y="10474"/>
        <a:ext cx="1893624" cy="803355"/>
      </dsp:txXfrm>
    </dsp:sp>
    <dsp:sp modelId="{4708A468-468A-4FE9-A30F-8ABD8F2E1315}">
      <dsp:nvSpPr>
        <dsp:cNvPr id="0" name=""/>
        <dsp:cNvSpPr/>
      </dsp:nvSpPr>
      <dsp:spPr>
        <a:xfrm>
          <a:off x="6626529" y="10474"/>
          <a:ext cx="803355" cy="80335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6CBCB5E8-2351-4631-AEBA-59D40C232839}">
      <dsp:nvSpPr>
        <dsp:cNvPr id="0" name=""/>
        <dsp:cNvSpPr/>
      </dsp:nvSpPr>
      <dsp:spPr>
        <a:xfrm>
          <a:off x="6795233" y="179179"/>
          <a:ext cx="465946" cy="46594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27A144F-8B47-43D6-84C7-D7AD1C3FBB01}">
      <dsp:nvSpPr>
        <dsp:cNvPr id="0" name=""/>
        <dsp:cNvSpPr/>
      </dsp:nvSpPr>
      <dsp:spPr>
        <a:xfrm>
          <a:off x="7602032" y="10474"/>
          <a:ext cx="1893624" cy="8033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kern="1200"/>
            <a:t>Scope</a:t>
          </a:r>
        </a:p>
      </dsp:txBody>
      <dsp:txXfrm>
        <a:off x="7602032" y="10474"/>
        <a:ext cx="1893624" cy="803355"/>
      </dsp:txXfrm>
    </dsp:sp>
    <dsp:sp modelId="{59445489-AD56-433A-B6BE-56D8F2250778}">
      <dsp:nvSpPr>
        <dsp:cNvPr id="0" name=""/>
        <dsp:cNvSpPr/>
      </dsp:nvSpPr>
      <dsp:spPr>
        <a:xfrm>
          <a:off x="228373" y="1440001"/>
          <a:ext cx="803355" cy="80335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419D184-5E86-4E5A-AE49-5F4F629CEBF4}">
      <dsp:nvSpPr>
        <dsp:cNvPr id="0" name=""/>
        <dsp:cNvSpPr/>
      </dsp:nvSpPr>
      <dsp:spPr>
        <a:xfrm>
          <a:off x="397078" y="1608705"/>
          <a:ext cx="465946" cy="46594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E5A78AB-4DE8-462D-BF8D-6429C87E0925}">
      <dsp:nvSpPr>
        <dsp:cNvPr id="0" name=""/>
        <dsp:cNvSpPr/>
      </dsp:nvSpPr>
      <dsp:spPr>
        <a:xfrm>
          <a:off x="1203877" y="1440001"/>
          <a:ext cx="1893624" cy="8033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kern="1200"/>
            <a:t>Tech Stack</a:t>
          </a:r>
        </a:p>
      </dsp:txBody>
      <dsp:txXfrm>
        <a:off x="1203877" y="1440001"/>
        <a:ext cx="1893624" cy="803355"/>
      </dsp:txXfrm>
    </dsp:sp>
    <dsp:sp modelId="{99ABE5C9-CDD6-4C74-914C-0FB7E9306AAB}">
      <dsp:nvSpPr>
        <dsp:cNvPr id="0" name=""/>
        <dsp:cNvSpPr/>
      </dsp:nvSpPr>
      <dsp:spPr>
        <a:xfrm>
          <a:off x="3427451" y="1440001"/>
          <a:ext cx="803355" cy="80335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EB65422-408F-461D-ABF4-CD5926227E66}">
      <dsp:nvSpPr>
        <dsp:cNvPr id="0" name=""/>
        <dsp:cNvSpPr/>
      </dsp:nvSpPr>
      <dsp:spPr>
        <a:xfrm>
          <a:off x="3596156" y="1608705"/>
          <a:ext cx="465946" cy="46594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EFB7D0F-1626-4C92-AC5B-A0F63252E4CF}">
      <dsp:nvSpPr>
        <dsp:cNvPr id="0" name=""/>
        <dsp:cNvSpPr/>
      </dsp:nvSpPr>
      <dsp:spPr>
        <a:xfrm>
          <a:off x="4402955" y="1440001"/>
          <a:ext cx="1893624" cy="8033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kern="1200"/>
            <a:t>Demo</a:t>
          </a:r>
        </a:p>
      </dsp:txBody>
      <dsp:txXfrm>
        <a:off x="4402955" y="1440001"/>
        <a:ext cx="1893624" cy="803355"/>
      </dsp:txXfrm>
    </dsp:sp>
    <dsp:sp modelId="{63B8C38F-C483-4E5A-BA12-5CB8C1E6FFBA}">
      <dsp:nvSpPr>
        <dsp:cNvPr id="0" name=""/>
        <dsp:cNvSpPr/>
      </dsp:nvSpPr>
      <dsp:spPr>
        <a:xfrm>
          <a:off x="6626529" y="1440001"/>
          <a:ext cx="803355" cy="80335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E30E6AF-E3EB-43B5-8A90-968918559452}">
      <dsp:nvSpPr>
        <dsp:cNvPr id="0" name=""/>
        <dsp:cNvSpPr/>
      </dsp:nvSpPr>
      <dsp:spPr>
        <a:xfrm>
          <a:off x="6795233" y="1608705"/>
          <a:ext cx="465946" cy="46594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AD3632B-A372-498B-BBD1-535086F6D8DB}">
      <dsp:nvSpPr>
        <dsp:cNvPr id="0" name=""/>
        <dsp:cNvSpPr/>
      </dsp:nvSpPr>
      <dsp:spPr>
        <a:xfrm>
          <a:off x="7602032" y="1440001"/>
          <a:ext cx="1893624" cy="8033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kern="1200"/>
            <a:t>The Good Things</a:t>
          </a:r>
        </a:p>
      </dsp:txBody>
      <dsp:txXfrm>
        <a:off x="7602032" y="1440001"/>
        <a:ext cx="1893624" cy="803355"/>
      </dsp:txXfrm>
    </dsp:sp>
    <dsp:sp modelId="{BE3BEC38-FAB0-4F15-B5E0-25226B2C90CE}">
      <dsp:nvSpPr>
        <dsp:cNvPr id="0" name=""/>
        <dsp:cNvSpPr/>
      </dsp:nvSpPr>
      <dsp:spPr>
        <a:xfrm>
          <a:off x="228373" y="2869527"/>
          <a:ext cx="803355" cy="80335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2A5E92E-6AD8-447E-A6AE-92F08BA4F445}">
      <dsp:nvSpPr>
        <dsp:cNvPr id="0" name=""/>
        <dsp:cNvSpPr/>
      </dsp:nvSpPr>
      <dsp:spPr>
        <a:xfrm>
          <a:off x="397078" y="3038232"/>
          <a:ext cx="465946" cy="46594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4CF84AF-FFD7-43F9-8AFF-7980A1CADF7A}">
      <dsp:nvSpPr>
        <dsp:cNvPr id="0" name=""/>
        <dsp:cNvSpPr/>
      </dsp:nvSpPr>
      <dsp:spPr>
        <a:xfrm>
          <a:off x="1203877" y="2869527"/>
          <a:ext cx="1893624" cy="8033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kern="1200"/>
            <a:t>Challenges</a:t>
          </a:r>
        </a:p>
      </dsp:txBody>
      <dsp:txXfrm>
        <a:off x="1203877" y="2869527"/>
        <a:ext cx="1893624" cy="803355"/>
      </dsp:txXfrm>
    </dsp:sp>
    <dsp:sp modelId="{F6AEFE41-5D23-4992-9A43-3E2B52ACB9AB}">
      <dsp:nvSpPr>
        <dsp:cNvPr id="0" name=""/>
        <dsp:cNvSpPr/>
      </dsp:nvSpPr>
      <dsp:spPr>
        <a:xfrm>
          <a:off x="3427451" y="2869527"/>
          <a:ext cx="803355" cy="80335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F7DDA1F-D80C-4D1C-BB43-2EDD03F53DEF}">
      <dsp:nvSpPr>
        <dsp:cNvPr id="0" name=""/>
        <dsp:cNvSpPr/>
      </dsp:nvSpPr>
      <dsp:spPr>
        <a:xfrm>
          <a:off x="3596156" y="3038232"/>
          <a:ext cx="465946" cy="465946"/>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D8F09A1-3ADB-4687-91A7-BFB09A4E0260}">
      <dsp:nvSpPr>
        <dsp:cNvPr id="0" name=""/>
        <dsp:cNvSpPr/>
      </dsp:nvSpPr>
      <dsp:spPr>
        <a:xfrm>
          <a:off x="4402955" y="2869527"/>
          <a:ext cx="1893624" cy="80335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33450">
            <a:lnSpc>
              <a:spcPct val="100000"/>
            </a:lnSpc>
            <a:spcBef>
              <a:spcPct val="0"/>
            </a:spcBef>
            <a:spcAft>
              <a:spcPct val="35000"/>
            </a:spcAft>
            <a:buNone/>
          </a:pPr>
          <a:r>
            <a:rPr lang="en-US" sz="2100" kern="1200"/>
            <a:t>Lessons learned </a:t>
          </a:r>
        </a:p>
      </dsp:txBody>
      <dsp:txXfrm>
        <a:off x="4402955" y="2869527"/>
        <a:ext cx="1893624" cy="803355"/>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C46BA1D-A116-4524-AA38-ED6EDFF26311}">
      <dsp:nvSpPr>
        <dsp:cNvPr id="0" name=""/>
        <dsp:cNvSpPr/>
      </dsp:nvSpPr>
      <dsp:spPr>
        <a:xfrm>
          <a:off x="718664" y="202202"/>
          <a:ext cx="1955812" cy="1955812"/>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25A495D-D424-4065-ABC5-DB478B8C86C4}">
      <dsp:nvSpPr>
        <dsp:cNvPr id="0" name=""/>
        <dsp:cNvSpPr/>
      </dsp:nvSpPr>
      <dsp:spPr>
        <a:xfrm>
          <a:off x="1135476" y="619014"/>
          <a:ext cx="1122187" cy="11221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4687FA6-C465-4910-AC86-5A2A7800AA29}">
      <dsp:nvSpPr>
        <dsp:cNvPr id="0" name=""/>
        <dsp:cNvSpPr/>
      </dsp:nvSpPr>
      <dsp:spPr>
        <a:xfrm>
          <a:off x="93445" y="27672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US" sz="2500" kern="1200"/>
            <a:t>GitHub</a:t>
          </a:r>
        </a:p>
      </dsp:txBody>
      <dsp:txXfrm>
        <a:off x="93445" y="2767202"/>
        <a:ext cx="3206250" cy="720000"/>
      </dsp:txXfrm>
    </dsp:sp>
    <dsp:sp modelId="{44B776B4-2D75-42AA-8E98-840AD17E9685}">
      <dsp:nvSpPr>
        <dsp:cNvPr id="0" name=""/>
        <dsp:cNvSpPr/>
      </dsp:nvSpPr>
      <dsp:spPr>
        <a:xfrm>
          <a:off x="4486008" y="202202"/>
          <a:ext cx="1955812" cy="1955812"/>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1F8693F-F491-49EB-9E7D-59CA392BDA2C}">
      <dsp:nvSpPr>
        <dsp:cNvPr id="0" name=""/>
        <dsp:cNvSpPr/>
      </dsp:nvSpPr>
      <dsp:spPr>
        <a:xfrm>
          <a:off x="4902820" y="619014"/>
          <a:ext cx="1122187" cy="11221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28FCB61-13E4-418D-BEC9-2FC1A1F11B06}">
      <dsp:nvSpPr>
        <dsp:cNvPr id="0" name=""/>
        <dsp:cNvSpPr/>
      </dsp:nvSpPr>
      <dsp:spPr>
        <a:xfrm>
          <a:off x="3860789" y="27672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US" sz="2500" kern="1200"/>
            <a:t>The ESP 32U/Bluetooth</a:t>
          </a:r>
        </a:p>
      </dsp:txBody>
      <dsp:txXfrm>
        <a:off x="3860789" y="2767202"/>
        <a:ext cx="3206250" cy="720000"/>
      </dsp:txXfrm>
    </dsp:sp>
    <dsp:sp modelId="{D3911D92-C35B-4D8B-81D7-4006DF5D2FFC}">
      <dsp:nvSpPr>
        <dsp:cNvPr id="0" name=""/>
        <dsp:cNvSpPr/>
      </dsp:nvSpPr>
      <dsp:spPr>
        <a:xfrm>
          <a:off x="8253352" y="202202"/>
          <a:ext cx="1955812" cy="1955812"/>
        </a:xfrm>
        <a:prstGeom prst="ellipse">
          <a:avLst/>
        </a:prstGeom>
        <a:solidFill>
          <a:schemeClr val="dk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DD58BFC-1B08-4A84-88AD-585378C2D363}">
      <dsp:nvSpPr>
        <dsp:cNvPr id="0" name=""/>
        <dsp:cNvSpPr/>
      </dsp:nvSpPr>
      <dsp:spPr>
        <a:xfrm>
          <a:off x="8670164" y="619014"/>
          <a:ext cx="1122187" cy="1122187"/>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FBBA2B8-E1F6-4AAF-8CF8-3BECCC11F7E4}">
      <dsp:nvSpPr>
        <dsp:cNvPr id="0" name=""/>
        <dsp:cNvSpPr/>
      </dsp:nvSpPr>
      <dsp:spPr>
        <a:xfrm>
          <a:off x="7628133" y="2767202"/>
          <a:ext cx="320625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111250">
            <a:lnSpc>
              <a:spcPct val="90000"/>
            </a:lnSpc>
            <a:spcBef>
              <a:spcPct val="0"/>
            </a:spcBef>
            <a:spcAft>
              <a:spcPct val="35000"/>
            </a:spcAft>
            <a:buNone/>
            <a:defRPr cap="all"/>
          </a:pPr>
          <a:r>
            <a:rPr lang="en-US" sz="2500" kern="1200"/>
            <a:t>Communication</a:t>
          </a:r>
        </a:p>
      </dsp:txBody>
      <dsp:txXfrm>
        <a:off x="7628133" y="2767202"/>
        <a:ext cx="3206250" cy="72000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7A324C9-DF51-4B2F-820F-B5AD812D2F89}">
      <dsp:nvSpPr>
        <dsp:cNvPr id="0" name=""/>
        <dsp:cNvSpPr/>
      </dsp:nvSpPr>
      <dsp:spPr>
        <a:xfrm>
          <a:off x="1283" y="1007554"/>
          <a:ext cx="4672458" cy="2336229"/>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3825" tIns="82550" rIns="123825" bIns="82550" numCol="1" spcCol="1270" anchor="ctr" anchorCtr="0">
          <a:noAutofit/>
        </a:bodyPr>
        <a:lstStyle/>
        <a:p>
          <a:pPr marL="0" lvl="0" indent="0" algn="ctr" defTabSz="2889250">
            <a:lnSpc>
              <a:spcPct val="90000"/>
            </a:lnSpc>
            <a:spcBef>
              <a:spcPct val="0"/>
            </a:spcBef>
            <a:spcAft>
              <a:spcPct val="35000"/>
            </a:spcAft>
            <a:buNone/>
          </a:pPr>
          <a:r>
            <a:rPr lang="en-US" sz="6500" kern="1200" dirty="0"/>
            <a:t>The Remote</a:t>
          </a:r>
        </a:p>
      </dsp:txBody>
      <dsp:txXfrm>
        <a:off x="69709" y="1075980"/>
        <a:ext cx="4535606" cy="2199377"/>
      </dsp:txXfrm>
    </dsp:sp>
    <dsp:sp modelId="{ED3932EB-18A3-4EC5-9CF5-8C7AFB8464D6}">
      <dsp:nvSpPr>
        <dsp:cNvPr id="0" name=""/>
        <dsp:cNvSpPr/>
      </dsp:nvSpPr>
      <dsp:spPr>
        <a:xfrm>
          <a:off x="5841857" y="1007554"/>
          <a:ext cx="4672458" cy="2336229"/>
        </a:xfrm>
        <a:prstGeom prst="roundRect">
          <a:avLst>
            <a:gd name="adj" fmla="val 10000"/>
          </a:avLst>
        </a:prstGeom>
        <a:gradFill rotWithShape="0">
          <a:gsLst>
            <a:gs pos="0">
              <a:schemeClr val="accent1">
                <a:hueOff val="0"/>
                <a:satOff val="0"/>
                <a:lumOff val="0"/>
                <a:alphaOff val="0"/>
                <a:satMod val="103000"/>
                <a:lumMod val="102000"/>
                <a:tint val="94000"/>
              </a:schemeClr>
            </a:gs>
            <a:gs pos="50000">
              <a:schemeClr val="accent1">
                <a:hueOff val="0"/>
                <a:satOff val="0"/>
                <a:lumOff val="0"/>
                <a:alphaOff val="0"/>
                <a:satMod val="110000"/>
                <a:lumMod val="100000"/>
                <a:shade val="100000"/>
              </a:schemeClr>
            </a:gs>
            <a:gs pos="100000">
              <a:schemeClr val="accent1">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123825" tIns="82550" rIns="123825" bIns="82550" numCol="1" spcCol="1270" anchor="ctr" anchorCtr="0">
          <a:noAutofit/>
        </a:bodyPr>
        <a:lstStyle/>
        <a:p>
          <a:pPr marL="0" lvl="0" indent="0" algn="ctr" defTabSz="2889250">
            <a:lnSpc>
              <a:spcPct val="90000"/>
            </a:lnSpc>
            <a:spcBef>
              <a:spcPct val="0"/>
            </a:spcBef>
            <a:spcAft>
              <a:spcPct val="35000"/>
            </a:spcAft>
            <a:buNone/>
          </a:pPr>
          <a:r>
            <a:rPr lang="en-US" sz="6500" kern="1200"/>
            <a:t>The Primary Program</a:t>
          </a:r>
        </a:p>
      </dsp:txBody>
      <dsp:txXfrm>
        <a:off x="5910283" y="1075980"/>
        <a:ext cx="4535606" cy="2199377"/>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CF6E323-3D0F-4D60-BF0F-76AF79F77039}">
      <dsp:nvSpPr>
        <dsp:cNvPr id="0" name=""/>
        <dsp:cNvSpPr/>
      </dsp:nvSpPr>
      <dsp:spPr>
        <a:xfrm>
          <a:off x="1953914" y="277502"/>
          <a:ext cx="1944000" cy="1944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15EB16FE-123F-4FC3-A4C4-3654265815B2}">
      <dsp:nvSpPr>
        <dsp:cNvPr id="0" name=""/>
        <dsp:cNvSpPr/>
      </dsp:nvSpPr>
      <dsp:spPr>
        <a:xfrm>
          <a:off x="765914" y="2691902"/>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90000"/>
            </a:lnSpc>
            <a:spcBef>
              <a:spcPct val="0"/>
            </a:spcBef>
            <a:spcAft>
              <a:spcPct val="35000"/>
            </a:spcAft>
            <a:buNone/>
          </a:pPr>
          <a:r>
            <a:rPr lang="en-US" sz="2700" kern="1200"/>
            <a:t>Proper communication </a:t>
          </a:r>
        </a:p>
      </dsp:txBody>
      <dsp:txXfrm>
        <a:off x="765914" y="2691902"/>
        <a:ext cx="4320000" cy="720000"/>
      </dsp:txXfrm>
    </dsp:sp>
    <dsp:sp modelId="{C103E4A3-77C8-4DEB-894D-2F0D3F2E464A}">
      <dsp:nvSpPr>
        <dsp:cNvPr id="0" name=""/>
        <dsp:cNvSpPr/>
      </dsp:nvSpPr>
      <dsp:spPr>
        <a:xfrm>
          <a:off x="7029914" y="277502"/>
          <a:ext cx="1944000" cy="194400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AA4D7E5-124F-4DDD-80B3-DDF6A037F9A5}">
      <dsp:nvSpPr>
        <dsp:cNvPr id="0" name=""/>
        <dsp:cNvSpPr/>
      </dsp:nvSpPr>
      <dsp:spPr>
        <a:xfrm>
          <a:off x="5841914" y="2691902"/>
          <a:ext cx="4320000"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200150">
            <a:lnSpc>
              <a:spcPct val="90000"/>
            </a:lnSpc>
            <a:spcBef>
              <a:spcPct val="0"/>
            </a:spcBef>
            <a:spcAft>
              <a:spcPct val="35000"/>
            </a:spcAft>
            <a:buNone/>
          </a:pPr>
          <a:r>
            <a:rPr lang="en-US" sz="2700" kern="1200"/>
            <a:t>Sticking to the project scope</a:t>
          </a:r>
        </a:p>
      </dsp:txBody>
      <dsp:txXfrm>
        <a:off x="5841914" y="2691902"/>
        <a:ext cx="4320000"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IconCircleLabelList">
  <dgm:title val="Icon Circle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4"/>
          <dgm:constr type="h" for="des" forName="compNode" op="equ"/>
          <dgm:constr type="h" for="des" forName="textRect" op="equ"/>
        </dgm:constrLst>
      </dgm:if>
      <dgm:if name="Name5" axis="ch" ptType="node" func="cnt" op="lte" val="3">
        <dgm:constrLst>
          <dgm:constr type="h" for="ch" forName="compNode" refType="h" fact="0.4"/>
          <dgm:constr type="w" for="ch" forName="compNode" val="100"/>
          <dgm:constr type="w" for="ch" forName="sibTrans" refType="w" refFor="ch" refForName="compNode" fact="0.175"/>
          <dgm:constr type="sp" refType="w" refFor="ch" refForName="compNode" op="equ" fact="0.25"/>
          <dgm:constr type="primFontSz" for="des" ptType="node" op="equ" val="40"/>
          <dgm:constr type="h" for="des" forName="compNode" op="equ"/>
          <dgm:constr type="h" for="des" forName="textRect" op="equ"/>
        </dgm:constrLst>
      </dgm:if>
      <dgm:if name="Name6"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2"/>
          <dgm:constr type="h" for="des" forName="compNode" op="equ"/>
          <dgm:constr type="h" for="des" forName="textRect" op="equ"/>
        </dgm:constrLst>
      </dgm:if>
      <dgm:else name="Name7">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8" axis="ch" ptType="node">
      <dgm:layoutNode name="compNode">
        <dgm:alg type="composite"/>
        <dgm:shape xmlns:r="http://schemas.openxmlformats.org/officeDocument/2006/relationships" r:blip="">
          <dgm:adjLst/>
        </dgm:shape>
        <dgm:presOf axis="self"/>
        <dgm:constrLst>
          <dgm:constr type="w" for="ch" forName="iconBgRect" refType="w" fact="0.61"/>
          <dgm:constr type="h" for="ch" forName="iconBgRect" refType="w" refFor="ch" refForName="iconBgRect"/>
          <dgm:constr type="t" for="ch" forName="iconBgRect"/>
          <dgm:constr type="ctrX" for="ch" forName="iconBgRect" refType="w" fact="0.5"/>
          <dgm:constr type="w" for="ch" forName="iconRect" refType="w" fact="0.35"/>
          <dgm:constr type="h" for="ch" forName="iconRect" refType="w" refFor="ch" refForName="iconRect"/>
          <dgm:constr type="ctrX" for="ch" forName="iconRect" refType="ctrX" refFor="ch" refForName="iconBgRect"/>
          <dgm:constr type="ctrY" for="ch" forName="iconRect" refType="ctrY" refFor="ch" refForName="iconBgRect"/>
          <dgm:constr type="h" for="ch" forName="spaceRect" refType="w" fact="0.19"/>
          <dgm:constr type="w" for="ch" forName="spaceRect" refType="w"/>
          <dgm:constr type="l" for="ch" forName="spaceRect"/>
          <dgm:constr type="t" for="ch" forName="spaceRect" refType="b" refFor="ch" refForName="iconBg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9"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cap="all"/>
        </a:lvl1pPr>
      </dgm1612:lstStyle>
    </a:ext>
  </dgm:extLst>
</dgm:layoutDef>
</file>

<file path=ppt/diagrams/layout3.xml><?xml version="1.0" encoding="utf-8"?>
<dgm:layoutDef xmlns:dgm="http://schemas.openxmlformats.org/drawingml/2006/diagram" xmlns:a="http://schemas.openxmlformats.org/drawingml/2006/main" uniqueId="urn:microsoft.com/office/officeart/2005/8/layout/hierarchy3">
  <dgm:title val=""/>
  <dgm:desc val=""/>
  <dgm:catLst>
    <dgm:cat type="hierarchy" pri="7000"/>
    <dgm:cat type="list" pri="23000"/>
    <dgm:cat type="relationship" pri="15000"/>
    <dgm:cat type="convert" pri="7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Lst>
      <dgm:cxnLst>
        <dgm:cxn modelId="4" srcId="0" destId="1" srcOrd="0" destOrd="0"/>
        <dgm:cxn modelId="5" srcId="1" destId="11" srcOrd="0" destOrd="0"/>
        <dgm:cxn modelId="6" srcId="1" destId="12" srcOrd="1" destOrd="0"/>
        <dgm:cxn modelId="7" srcId="0" destId="2" srcOrd="1" destOrd="0"/>
        <dgm:cxn modelId="8" srcId="2" destId="21" srcOrd="0" destOrd="0"/>
        <dgm:cxn modelId="9" srcId="2" destId="2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diagram">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w" for="des" forName="rootComposite" refType="w"/>
      <dgm:constr type="h" for="des" forName="rootComposite" refType="w" fact="0.5"/>
      <dgm:constr type="w" for="des" forName="childText" refType="w" refFor="des" refForName="rootComposite" fact="0.8"/>
      <dgm:constr type="h" for="des" forName="childText" refType="h" refFor="des" refForName="rootComposite"/>
      <dgm:constr type="sibSp" refType="w" refFor="des" refForName="rootComposite" fact="0.25"/>
      <dgm:constr type="sibSp" for="des" forName="childShape" refType="h" refFor="des" refForName="childText" fact="0.25"/>
      <dgm:constr type="sp" for="des" forName="root" refType="h" refFor="des" refForName="childText" fact="0.25"/>
    </dgm:constrLst>
    <dgm:ruleLst/>
    <dgm:forEach name="Name3" axis="ch">
      <dgm:forEach name="Name4" axis="self" ptType="node" cnt="1">
        <dgm:layoutNode name="root">
          <dgm:choose name="Name5">
            <dgm:if name="Name6" func="var" arg="dir" op="equ" val="norm">
              <dgm:alg type="hierRoot">
                <dgm:param type="hierAlign" val="tL"/>
              </dgm:alg>
            </dgm:if>
            <dgm:else name="Name7">
              <dgm:alg type="hierRoot">
                <dgm:param type="hierAlign" val="tR"/>
              </dgm:alg>
            </dgm:else>
          </dgm:choose>
          <dgm:shape xmlns:r="http://schemas.openxmlformats.org/officeDocument/2006/relationships" r:blip="">
            <dgm:adjLst/>
          </dgm:shape>
          <dgm:presOf/>
          <dgm:constrLst>
            <dgm:constr type="alignOff" val="0.2"/>
          </dgm:constrLst>
          <dgm:ruleLst/>
          <dgm:layoutNode name="rootComposite">
            <dgm:alg type="composite"/>
            <dgm:shape xmlns:r="http://schemas.openxmlformats.org/officeDocument/2006/relationships" r:blip="">
              <dgm:adjLst/>
            </dgm:shape>
            <dgm:presOf axis="self" ptType="node" cnt="1"/>
            <dgm:choose name="Name8">
              <dgm:if name="Name9" func="var" arg="dir" op="equ" val="norm">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10">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styleLbl="node1">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layoutNode name="rootConnector" moveWith="rootText">
              <dgm:alg type="sp"/>
              <dgm:shape xmlns:r="http://schemas.openxmlformats.org/officeDocument/2006/relationships" type="roundRect" r:blip="" hideGeom="1">
                <dgm:adjLst>
                  <dgm:adj idx="1" val="0.1"/>
                </dgm:adjLst>
              </dgm:shape>
              <dgm:presOf axis="self" ptType="node" cnt="1"/>
              <dgm:constrLst/>
              <dgm:ruleLst/>
            </dgm:layoutNode>
          </dgm:layoutNode>
          <dgm:layoutNode name="childShape">
            <dgm:alg type="hierChild">
              <dgm:param type="chAlign" val="l"/>
              <dgm:param type="linDir" val="fromT"/>
            </dgm:alg>
            <dgm:shape xmlns:r="http://schemas.openxmlformats.org/officeDocument/2006/relationships" r:blip="">
              <dgm:adjLst/>
            </dgm:shape>
            <dgm:presOf/>
            <dgm:constrLst/>
            <dgm:ruleLst/>
            <dgm:forEach name="Name11" axis="ch">
              <dgm:forEach name="Name12" axis="self" ptType="parTrans" cnt="1">
                <dgm:layoutNode name="Name13">
                  <dgm:choose name="Name14">
                    <dgm:if name="Name15" func="var" arg="dir" op="equ" val="norm">
                      <dgm:alg type="conn">
                        <dgm:param type="dim" val="1D"/>
                        <dgm:param type="endSty" val="noArr"/>
                        <dgm:param type="connRout" val="bend"/>
                        <dgm:param type="srcNode" val="rootConnector"/>
                        <dgm:param type="begPts" val="bCtr"/>
                        <dgm:param type="endPts" val="midL"/>
                      </dgm:alg>
                    </dgm:if>
                    <dgm:else name="Name16">
                      <dgm:alg type="conn">
                        <dgm:param type="dim" val="1D"/>
                        <dgm:param type="endSty" val="noArr"/>
                        <dgm:param type="connRout" val="bend"/>
                        <dgm:param type="srcNode" val="rootConnector"/>
                        <dgm:param type="begPts" val="bCtr"/>
                        <dgm:param type="endPts" val="midR"/>
                      </dgm:alg>
                    </dgm:else>
                  </dgm:choose>
                  <dgm:shape xmlns:r="http://schemas.openxmlformats.org/officeDocument/2006/relationships" type="conn" r:blip="">
                    <dgm:adjLst/>
                  </dgm:shape>
                  <dgm:presOf axis="self"/>
                  <dgm:constrLst>
                    <dgm:constr type="begPad"/>
                    <dgm:constr type="endPad"/>
                  </dgm:constrLst>
                  <dgm:ruleLst/>
                </dgm:layoutNode>
              </dgm:forEach>
              <dgm:forEach name="Name17" axis="self" ptType="node">
                <dgm:layoutNode name="childText" styleLbl="bgAcc1">
                  <dgm:varLst>
                    <dgm:bulletEnabled val="1"/>
                  </dgm:varLst>
                  <dgm:alg type="tx"/>
                  <dgm:shape xmlns:r="http://schemas.openxmlformats.org/officeDocument/2006/relationships" type="roundRect" r:blip="">
                    <dgm:adjLst>
                      <dgm:adj idx="1" val="0.1"/>
                    </dgm:adjLst>
                  </dgm:shape>
                  <dgm:presOf axis="self desOrSelf" ptType="node node" st="1 1" cnt="1 0"/>
                  <dgm:constrLst>
                    <dgm:constr type="tMarg" refType="primFontSz" fact="0.1"/>
                    <dgm:constr type="bMarg" refType="primFontSz" fact="0.1"/>
                    <dgm:constr type="lMarg" refType="primFontSz" fact="0.15"/>
                    <dgm:constr type="rMarg" refType="primFontSz" fact="0.15"/>
                  </dgm:constrLst>
                  <dgm:ruleLst>
                    <dgm:rule type="primFontSz" val="5" fact="NaN" max="NaN"/>
                  </dgm:ruleLst>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33AA5C1-A2EE-4E9A-BE6D-3D2361276E6B}" type="datetimeFigureOut">
              <a:rPr lang="en-US" smtClean="0"/>
              <a:t>4/6/2026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FB247E1-EE42-4FA6-822F-883E8EE4217C}" type="slidenum">
              <a:rPr lang="en-US" smtClean="0"/>
              <a:t>‹#›</a:t>
            </a:fld>
            <a:endParaRPr lang="en-US"/>
          </a:p>
        </p:txBody>
      </p:sp>
    </p:spTree>
    <p:extLst>
      <p:ext uri="{BB962C8B-B14F-4D97-AF65-F5344CB8AC3E}">
        <p14:creationId xmlns:p14="http://schemas.microsoft.com/office/powerpoint/2010/main" val="1768117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primary program that would be responsible for the majority of the project's functionality.</a:t>
            </a:r>
          </a:p>
          <a:p>
            <a:endParaRPr lang="en-US" dirty="0"/>
          </a:p>
          <a:p>
            <a:r>
              <a:rPr lang="en-US" dirty="0"/>
              <a:t>An interface for the Dungeon Master to have the ability to change the background, character portraits, and player turns.</a:t>
            </a:r>
          </a:p>
          <a:p>
            <a:endParaRPr lang="en-US" dirty="0"/>
          </a:p>
          <a:p>
            <a:r>
              <a:rPr lang="en-US" dirty="0"/>
              <a:t>A remote controller for players to be able to raise and lower the state of their current Health points</a:t>
            </a:r>
          </a:p>
          <a:p>
            <a:endParaRPr lang="en-US" dirty="0"/>
          </a:p>
          <a:p>
            <a:r>
              <a:rPr lang="en-US" dirty="0"/>
              <a:t>A 3D printed shell casing for the remote controller.</a:t>
            </a:r>
          </a:p>
          <a:p>
            <a:endParaRPr lang="en-US" dirty="0"/>
          </a:p>
        </p:txBody>
      </p:sp>
      <p:sp>
        <p:nvSpPr>
          <p:cNvPr id="4" name="Slide Number Placeholder 3"/>
          <p:cNvSpPr>
            <a:spLocks noGrp="1"/>
          </p:cNvSpPr>
          <p:nvPr>
            <p:ph type="sldNum" sz="quarter" idx="5"/>
          </p:nvPr>
        </p:nvSpPr>
        <p:spPr/>
        <p:txBody>
          <a:bodyPr/>
          <a:lstStyle/>
          <a:p>
            <a:fld id="{3FB247E1-EE42-4FA6-822F-883E8EE4217C}" type="slidenum">
              <a:rPr lang="en-US" smtClean="0"/>
              <a:t>5</a:t>
            </a:fld>
            <a:endParaRPr lang="en-US"/>
          </a:p>
        </p:txBody>
      </p:sp>
    </p:spTree>
    <p:extLst>
      <p:ext uri="{BB962C8B-B14F-4D97-AF65-F5344CB8AC3E}">
        <p14:creationId xmlns:p14="http://schemas.microsoft.com/office/powerpoint/2010/main" val="73475189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Allow us to demonstrate the final product</a:t>
            </a:r>
          </a:p>
          <a:p>
            <a:endParaRPr lang="en-US" dirty="0"/>
          </a:p>
        </p:txBody>
      </p:sp>
      <p:sp>
        <p:nvSpPr>
          <p:cNvPr id="4" name="Slide Number Placeholder 3"/>
          <p:cNvSpPr>
            <a:spLocks noGrp="1"/>
          </p:cNvSpPr>
          <p:nvPr>
            <p:ph type="sldNum" sz="quarter" idx="5"/>
          </p:nvPr>
        </p:nvSpPr>
        <p:spPr/>
        <p:txBody>
          <a:bodyPr/>
          <a:lstStyle/>
          <a:p>
            <a:fld id="{3FB247E1-EE42-4FA6-822F-883E8EE4217C}" type="slidenum">
              <a:rPr lang="en-US" smtClean="0"/>
              <a:t>6</a:t>
            </a:fld>
            <a:endParaRPr lang="en-US"/>
          </a:p>
        </p:txBody>
      </p:sp>
    </p:spTree>
    <p:extLst>
      <p:ext uri="{BB962C8B-B14F-4D97-AF65-F5344CB8AC3E}">
        <p14:creationId xmlns:p14="http://schemas.microsoft.com/office/powerpoint/2010/main" val="36598266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Thanks to GitHub’s ability to create issues for all members of the team to see, it made communication on the various issues during production far easier to diagnose and assess.</a:t>
            </a:r>
          </a:p>
          <a:p>
            <a:endParaRPr lang="en-US" dirty="0"/>
          </a:p>
          <a:p>
            <a:r>
              <a:rPr lang="en-US" dirty="0"/>
              <a:t>The ESP 32U/Bluetooth functionality was surprisingly simpler than we originally anticipated having to only add a few more lines of code to make it compatible with the current version of the program.</a:t>
            </a:r>
          </a:p>
          <a:p>
            <a:endParaRPr lang="en-US" dirty="0"/>
          </a:p>
          <a:p>
            <a:r>
              <a:rPr lang="en-US" dirty="0"/>
              <a:t>Communication initially was semi lacking, and it occurred to us all during the project how vital and instrumental communication can be during larger more complex projects.</a:t>
            </a:r>
          </a:p>
          <a:p>
            <a:endParaRPr lang="en-US" dirty="0"/>
          </a:p>
        </p:txBody>
      </p:sp>
      <p:sp>
        <p:nvSpPr>
          <p:cNvPr id="4" name="Slide Number Placeholder 3"/>
          <p:cNvSpPr>
            <a:spLocks noGrp="1"/>
          </p:cNvSpPr>
          <p:nvPr>
            <p:ph type="sldNum" sz="quarter" idx="5"/>
          </p:nvPr>
        </p:nvSpPr>
        <p:spPr/>
        <p:txBody>
          <a:bodyPr/>
          <a:lstStyle/>
          <a:p>
            <a:fld id="{3FB247E1-EE42-4FA6-822F-883E8EE4217C}" type="slidenum">
              <a:rPr lang="en-US" smtClean="0"/>
              <a:t>8</a:t>
            </a:fld>
            <a:endParaRPr lang="en-US"/>
          </a:p>
        </p:txBody>
      </p:sp>
    </p:spTree>
    <p:extLst>
      <p:ext uri="{BB962C8B-B14F-4D97-AF65-F5344CB8AC3E}">
        <p14:creationId xmlns:p14="http://schemas.microsoft.com/office/powerpoint/2010/main" val="59614060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of the bigger issues we faced was on the remote aspect on the project. For unknown reasons at the time one of the buttons failed to operate. This proved to be very challenging as it took quite some time to diagnose the core issue responsible for the malfunction.</a:t>
            </a:r>
          </a:p>
          <a:p>
            <a:endParaRPr lang="en-US" dirty="0"/>
          </a:p>
          <a:p>
            <a:r>
              <a:rPr lang="en-US" dirty="0"/>
              <a:t>The primary program proved to have its own set of challenges, the moment you would fix a single issue another would rise and take its place such as lining up the health bars on the HTML aspect, the printing of the remote shell, and various other issues that we did not originally anticipate would be major issues.</a:t>
            </a:r>
          </a:p>
          <a:p>
            <a:endParaRPr lang="en-US" dirty="0"/>
          </a:p>
        </p:txBody>
      </p:sp>
      <p:sp>
        <p:nvSpPr>
          <p:cNvPr id="4" name="Slide Number Placeholder 3"/>
          <p:cNvSpPr>
            <a:spLocks noGrp="1"/>
          </p:cNvSpPr>
          <p:nvPr>
            <p:ph type="sldNum" sz="quarter" idx="5"/>
          </p:nvPr>
        </p:nvSpPr>
        <p:spPr/>
        <p:txBody>
          <a:bodyPr/>
          <a:lstStyle/>
          <a:p>
            <a:fld id="{3FB247E1-EE42-4FA6-822F-883E8EE4217C}" type="slidenum">
              <a:rPr lang="en-US" smtClean="0"/>
              <a:t>9</a:t>
            </a:fld>
            <a:endParaRPr lang="en-US"/>
          </a:p>
        </p:txBody>
      </p:sp>
    </p:spTree>
    <p:extLst>
      <p:ext uri="{BB962C8B-B14F-4D97-AF65-F5344CB8AC3E}">
        <p14:creationId xmlns:p14="http://schemas.microsoft.com/office/powerpoint/2010/main" val="15857454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 previously stated, proper communication was far more valuable than originally anticipated. It was a hard lesson to accept but one we had to adapt to nonetheless </a:t>
            </a:r>
          </a:p>
          <a:p>
            <a:endParaRPr lang="en-US" dirty="0"/>
          </a:p>
          <a:p>
            <a:r>
              <a:rPr lang="en-US" dirty="0"/>
              <a:t>Sticking to the project scope can sometimes be difficult, especially when later down the line you think of various ways to improve things at the cost of going off scope.</a:t>
            </a:r>
          </a:p>
          <a:p>
            <a:endParaRPr lang="en-US" dirty="0"/>
          </a:p>
        </p:txBody>
      </p:sp>
      <p:sp>
        <p:nvSpPr>
          <p:cNvPr id="4" name="Slide Number Placeholder 3"/>
          <p:cNvSpPr>
            <a:spLocks noGrp="1"/>
          </p:cNvSpPr>
          <p:nvPr>
            <p:ph type="sldNum" sz="quarter" idx="5"/>
          </p:nvPr>
        </p:nvSpPr>
        <p:spPr/>
        <p:txBody>
          <a:bodyPr/>
          <a:lstStyle/>
          <a:p>
            <a:fld id="{3FB247E1-EE42-4FA6-822F-883E8EE4217C}" type="slidenum">
              <a:rPr lang="en-US" smtClean="0"/>
              <a:t>10</a:t>
            </a:fld>
            <a:endParaRPr lang="en-US"/>
          </a:p>
        </p:txBody>
      </p:sp>
    </p:spTree>
    <p:extLst>
      <p:ext uri="{BB962C8B-B14F-4D97-AF65-F5344CB8AC3E}">
        <p14:creationId xmlns:p14="http://schemas.microsoft.com/office/powerpoint/2010/main" val="265695734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We learned largely about the importance of communication, the various services offered freely on GitHub, how to create functioning technical objects using Breadboards, as well as large number of things related to programming. </a:t>
            </a:r>
          </a:p>
          <a:p>
            <a:pPr marL="0" indent="0">
              <a:buNone/>
            </a:pPr>
            <a:endParaRPr lang="en-US" dirty="0"/>
          </a:p>
          <a:p>
            <a:pPr marL="0" indent="0">
              <a:buNone/>
            </a:pPr>
            <a:r>
              <a:rPr lang="en-US" dirty="0"/>
              <a:t>Ultimately the project was a challenge but one we will be better prepared for next time such a challenge arises.</a:t>
            </a:r>
          </a:p>
          <a:p>
            <a:endParaRPr lang="en-US" dirty="0"/>
          </a:p>
        </p:txBody>
      </p:sp>
      <p:sp>
        <p:nvSpPr>
          <p:cNvPr id="4" name="Slide Number Placeholder 3"/>
          <p:cNvSpPr>
            <a:spLocks noGrp="1"/>
          </p:cNvSpPr>
          <p:nvPr>
            <p:ph type="sldNum" sz="quarter" idx="5"/>
          </p:nvPr>
        </p:nvSpPr>
        <p:spPr/>
        <p:txBody>
          <a:bodyPr/>
          <a:lstStyle/>
          <a:p>
            <a:fld id="{3FB247E1-EE42-4FA6-822F-883E8EE4217C}" type="slidenum">
              <a:rPr lang="en-US" smtClean="0"/>
              <a:t>11</a:t>
            </a:fld>
            <a:endParaRPr lang="en-US"/>
          </a:p>
        </p:txBody>
      </p:sp>
    </p:spTree>
    <p:extLst>
      <p:ext uri="{BB962C8B-B14F-4D97-AF65-F5344CB8AC3E}">
        <p14:creationId xmlns:p14="http://schemas.microsoft.com/office/powerpoint/2010/main" val="402574123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9CF40C-CA6A-E0C1-0132-CE897BCED69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07039B3-5E39-CFE9-476B-6C13091676C2}"/>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86261FF4-77BE-DD01-CAAA-34956A5CDBB5}"/>
              </a:ext>
            </a:extLst>
          </p:cNvPr>
          <p:cNvSpPr>
            <a:spLocks noGrp="1"/>
          </p:cNvSpPr>
          <p:nvPr>
            <p:ph type="dt" sz="half" idx="10"/>
          </p:nvPr>
        </p:nvSpPr>
        <p:spPr/>
        <p:txBody>
          <a:bodyPr/>
          <a:lstStyle/>
          <a:p>
            <a:fld id="{ECD4BC5D-ED91-4BE9-91D2-4F4CC3FCFFE5}" type="datetimeFigureOut">
              <a:rPr lang="en-US" smtClean="0"/>
              <a:t>4/6/2026</a:t>
            </a:fld>
            <a:endParaRPr lang="en-US"/>
          </a:p>
        </p:txBody>
      </p:sp>
      <p:sp>
        <p:nvSpPr>
          <p:cNvPr id="5" name="Footer Placeholder 4">
            <a:extLst>
              <a:ext uri="{FF2B5EF4-FFF2-40B4-BE49-F238E27FC236}">
                <a16:creationId xmlns:a16="http://schemas.microsoft.com/office/drawing/2014/main" id="{B14F27D6-E75E-1A24-E5CE-989CCCDEDA0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063E292-30A5-46C7-E588-C8C1B572E8E2}"/>
              </a:ext>
            </a:extLst>
          </p:cNvPr>
          <p:cNvSpPr>
            <a:spLocks noGrp="1"/>
          </p:cNvSpPr>
          <p:nvPr>
            <p:ph type="sldNum" sz="quarter" idx="12"/>
          </p:nvPr>
        </p:nvSpPr>
        <p:spPr/>
        <p:txBody>
          <a:bodyPr/>
          <a:lstStyle/>
          <a:p>
            <a:fld id="{93338739-DE79-434F-99A7-764C0A7203F1}" type="slidenum">
              <a:rPr lang="en-US" smtClean="0"/>
              <a:t>‹#›</a:t>
            </a:fld>
            <a:endParaRPr lang="en-US"/>
          </a:p>
        </p:txBody>
      </p:sp>
    </p:spTree>
    <p:extLst>
      <p:ext uri="{BB962C8B-B14F-4D97-AF65-F5344CB8AC3E}">
        <p14:creationId xmlns:p14="http://schemas.microsoft.com/office/powerpoint/2010/main" val="136763017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7960AC-06D2-F95F-2464-C0348E012567}"/>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368EA41-6882-3C1D-2C2D-35E53DD63607}"/>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4C53D26-E92D-11BC-B796-527A0E5AD8EC}"/>
              </a:ext>
            </a:extLst>
          </p:cNvPr>
          <p:cNvSpPr>
            <a:spLocks noGrp="1"/>
          </p:cNvSpPr>
          <p:nvPr>
            <p:ph type="dt" sz="half" idx="10"/>
          </p:nvPr>
        </p:nvSpPr>
        <p:spPr/>
        <p:txBody>
          <a:bodyPr/>
          <a:lstStyle/>
          <a:p>
            <a:fld id="{ECD4BC5D-ED91-4BE9-91D2-4F4CC3FCFFE5}" type="datetimeFigureOut">
              <a:rPr lang="en-US" smtClean="0"/>
              <a:t>4/6/2026</a:t>
            </a:fld>
            <a:endParaRPr lang="en-US"/>
          </a:p>
        </p:txBody>
      </p:sp>
      <p:sp>
        <p:nvSpPr>
          <p:cNvPr id="5" name="Footer Placeholder 4">
            <a:extLst>
              <a:ext uri="{FF2B5EF4-FFF2-40B4-BE49-F238E27FC236}">
                <a16:creationId xmlns:a16="http://schemas.microsoft.com/office/drawing/2014/main" id="{802E808E-8F3A-8634-1DD2-34E94F2D950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E4D4B45-54A3-82D6-7DBB-D5BAA7F9B799}"/>
              </a:ext>
            </a:extLst>
          </p:cNvPr>
          <p:cNvSpPr>
            <a:spLocks noGrp="1"/>
          </p:cNvSpPr>
          <p:nvPr>
            <p:ph type="sldNum" sz="quarter" idx="12"/>
          </p:nvPr>
        </p:nvSpPr>
        <p:spPr/>
        <p:txBody>
          <a:bodyPr/>
          <a:lstStyle/>
          <a:p>
            <a:fld id="{93338739-DE79-434F-99A7-764C0A7203F1}" type="slidenum">
              <a:rPr lang="en-US" smtClean="0"/>
              <a:t>‹#›</a:t>
            </a:fld>
            <a:endParaRPr lang="en-US"/>
          </a:p>
        </p:txBody>
      </p:sp>
    </p:spTree>
    <p:extLst>
      <p:ext uri="{BB962C8B-B14F-4D97-AF65-F5344CB8AC3E}">
        <p14:creationId xmlns:p14="http://schemas.microsoft.com/office/powerpoint/2010/main" val="8071912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AD8E8E-C44B-80A7-4955-B327DB7435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4951CDD4-DB60-88F7-2678-842179AA62D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69A69DA-8CF3-CC9E-0296-CD3016542189}"/>
              </a:ext>
            </a:extLst>
          </p:cNvPr>
          <p:cNvSpPr>
            <a:spLocks noGrp="1"/>
          </p:cNvSpPr>
          <p:nvPr>
            <p:ph type="dt" sz="half" idx="10"/>
          </p:nvPr>
        </p:nvSpPr>
        <p:spPr/>
        <p:txBody>
          <a:bodyPr/>
          <a:lstStyle/>
          <a:p>
            <a:fld id="{ECD4BC5D-ED91-4BE9-91D2-4F4CC3FCFFE5}" type="datetimeFigureOut">
              <a:rPr lang="en-US" smtClean="0"/>
              <a:t>4/6/2026</a:t>
            </a:fld>
            <a:endParaRPr lang="en-US"/>
          </a:p>
        </p:txBody>
      </p:sp>
      <p:sp>
        <p:nvSpPr>
          <p:cNvPr id="5" name="Footer Placeholder 4">
            <a:extLst>
              <a:ext uri="{FF2B5EF4-FFF2-40B4-BE49-F238E27FC236}">
                <a16:creationId xmlns:a16="http://schemas.microsoft.com/office/drawing/2014/main" id="{8C0562ED-8753-332F-CFD1-91F0F37AEB4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4B9A6C5-BB43-C1B3-47A9-1C2A70FFFD09}"/>
              </a:ext>
            </a:extLst>
          </p:cNvPr>
          <p:cNvSpPr>
            <a:spLocks noGrp="1"/>
          </p:cNvSpPr>
          <p:nvPr>
            <p:ph type="sldNum" sz="quarter" idx="12"/>
          </p:nvPr>
        </p:nvSpPr>
        <p:spPr/>
        <p:txBody>
          <a:bodyPr/>
          <a:lstStyle/>
          <a:p>
            <a:fld id="{93338739-DE79-434F-99A7-764C0A7203F1}" type="slidenum">
              <a:rPr lang="en-US" smtClean="0"/>
              <a:t>‹#›</a:t>
            </a:fld>
            <a:endParaRPr lang="en-US"/>
          </a:p>
        </p:txBody>
      </p:sp>
    </p:spTree>
    <p:extLst>
      <p:ext uri="{BB962C8B-B14F-4D97-AF65-F5344CB8AC3E}">
        <p14:creationId xmlns:p14="http://schemas.microsoft.com/office/powerpoint/2010/main" val="2906197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D292F6-B228-7E8B-6ABF-74E9774E750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99F327E-4C36-7FC1-C795-C68D091AEB9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7D7516B4-EA55-C2F3-A195-7C31F05EBB4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F2D09AB-21F2-7AAD-86B3-2A581410331F}"/>
              </a:ext>
            </a:extLst>
          </p:cNvPr>
          <p:cNvSpPr>
            <a:spLocks noGrp="1"/>
          </p:cNvSpPr>
          <p:nvPr>
            <p:ph type="dt" sz="half" idx="10"/>
          </p:nvPr>
        </p:nvSpPr>
        <p:spPr/>
        <p:txBody>
          <a:bodyPr/>
          <a:lstStyle/>
          <a:p>
            <a:fld id="{ECD4BC5D-ED91-4BE9-91D2-4F4CC3FCFFE5}" type="datetimeFigureOut">
              <a:rPr lang="en-US" smtClean="0"/>
              <a:t>4/6/2026</a:t>
            </a:fld>
            <a:endParaRPr lang="en-US"/>
          </a:p>
        </p:txBody>
      </p:sp>
      <p:sp>
        <p:nvSpPr>
          <p:cNvPr id="6" name="Footer Placeholder 5">
            <a:extLst>
              <a:ext uri="{FF2B5EF4-FFF2-40B4-BE49-F238E27FC236}">
                <a16:creationId xmlns:a16="http://schemas.microsoft.com/office/drawing/2014/main" id="{F18B5F16-B702-A443-8BE3-9BEB0E8C922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B312D23E-DD47-35BF-DE6E-8D50D6E74C88}"/>
              </a:ext>
            </a:extLst>
          </p:cNvPr>
          <p:cNvSpPr>
            <a:spLocks noGrp="1"/>
          </p:cNvSpPr>
          <p:nvPr>
            <p:ph type="sldNum" sz="quarter" idx="12"/>
          </p:nvPr>
        </p:nvSpPr>
        <p:spPr/>
        <p:txBody>
          <a:bodyPr/>
          <a:lstStyle/>
          <a:p>
            <a:fld id="{93338739-DE79-434F-99A7-764C0A7203F1}" type="slidenum">
              <a:rPr lang="en-US" smtClean="0"/>
              <a:t>‹#›</a:t>
            </a:fld>
            <a:endParaRPr lang="en-US"/>
          </a:p>
        </p:txBody>
      </p:sp>
    </p:spTree>
    <p:extLst>
      <p:ext uri="{BB962C8B-B14F-4D97-AF65-F5344CB8AC3E}">
        <p14:creationId xmlns:p14="http://schemas.microsoft.com/office/powerpoint/2010/main" val="22835905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9F3DF9-FFDC-FC08-3F70-942058A2CE00}"/>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0BF572A1-4FAE-4612-69AA-6F0220438EE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669E418-56AF-08DF-928C-DDCE3068A5F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51D6576-E9B8-D403-20FA-81F7FD4E98F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7D230E92-3201-4115-BD5F-2A11BCD6496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1766806-1801-17AD-3950-B6BBFF885BAC}"/>
              </a:ext>
            </a:extLst>
          </p:cNvPr>
          <p:cNvSpPr>
            <a:spLocks noGrp="1"/>
          </p:cNvSpPr>
          <p:nvPr>
            <p:ph type="dt" sz="half" idx="10"/>
          </p:nvPr>
        </p:nvSpPr>
        <p:spPr/>
        <p:txBody>
          <a:bodyPr/>
          <a:lstStyle/>
          <a:p>
            <a:fld id="{ECD4BC5D-ED91-4BE9-91D2-4F4CC3FCFFE5}" type="datetimeFigureOut">
              <a:rPr lang="en-US" smtClean="0"/>
              <a:t>4/6/2026</a:t>
            </a:fld>
            <a:endParaRPr lang="en-US"/>
          </a:p>
        </p:txBody>
      </p:sp>
      <p:sp>
        <p:nvSpPr>
          <p:cNvPr id="8" name="Footer Placeholder 7">
            <a:extLst>
              <a:ext uri="{FF2B5EF4-FFF2-40B4-BE49-F238E27FC236}">
                <a16:creationId xmlns:a16="http://schemas.microsoft.com/office/drawing/2014/main" id="{636F2485-6BAA-68D1-977C-0BFE631E172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9ED68796-3A7C-4FE7-996E-D5352F20C19F}"/>
              </a:ext>
            </a:extLst>
          </p:cNvPr>
          <p:cNvSpPr>
            <a:spLocks noGrp="1"/>
          </p:cNvSpPr>
          <p:nvPr>
            <p:ph type="sldNum" sz="quarter" idx="12"/>
          </p:nvPr>
        </p:nvSpPr>
        <p:spPr/>
        <p:txBody>
          <a:bodyPr/>
          <a:lstStyle/>
          <a:p>
            <a:fld id="{93338739-DE79-434F-99A7-764C0A7203F1}" type="slidenum">
              <a:rPr lang="en-US" smtClean="0"/>
              <a:t>‹#›</a:t>
            </a:fld>
            <a:endParaRPr lang="en-US"/>
          </a:p>
        </p:txBody>
      </p:sp>
    </p:spTree>
    <p:extLst>
      <p:ext uri="{BB962C8B-B14F-4D97-AF65-F5344CB8AC3E}">
        <p14:creationId xmlns:p14="http://schemas.microsoft.com/office/powerpoint/2010/main" val="38366599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10879D-812F-CABD-CEF9-C5C1ECE0358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24DADA39-8977-0672-712D-CB628E7C2FE9}"/>
              </a:ext>
            </a:extLst>
          </p:cNvPr>
          <p:cNvSpPr>
            <a:spLocks noGrp="1"/>
          </p:cNvSpPr>
          <p:nvPr>
            <p:ph type="dt" sz="half" idx="10"/>
          </p:nvPr>
        </p:nvSpPr>
        <p:spPr/>
        <p:txBody>
          <a:bodyPr/>
          <a:lstStyle/>
          <a:p>
            <a:fld id="{ECD4BC5D-ED91-4BE9-91D2-4F4CC3FCFFE5}" type="datetimeFigureOut">
              <a:rPr lang="en-US" smtClean="0"/>
              <a:t>4/6/2026</a:t>
            </a:fld>
            <a:endParaRPr lang="en-US"/>
          </a:p>
        </p:txBody>
      </p:sp>
      <p:sp>
        <p:nvSpPr>
          <p:cNvPr id="4" name="Footer Placeholder 3">
            <a:extLst>
              <a:ext uri="{FF2B5EF4-FFF2-40B4-BE49-F238E27FC236}">
                <a16:creationId xmlns:a16="http://schemas.microsoft.com/office/drawing/2014/main" id="{4EAA3611-B2AE-16E0-79D0-F7C5E0D7BC69}"/>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A374F8E-17FA-07AD-B3AD-47597119DA1D}"/>
              </a:ext>
            </a:extLst>
          </p:cNvPr>
          <p:cNvSpPr>
            <a:spLocks noGrp="1"/>
          </p:cNvSpPr>
          <p:nvPr>
            <p:ph type="sldNum" sz="quarter" idx="12"/>
          </p:nvPr>
        </p:nvSpPr>
        <p:spPr/>
        <p:txBody>
          <a:bodyPr/>
          <a:lstStyle/>
          <a:p>
            <a:fld id="{93338739-DE79-434F-99A7-764C0A7203F1}" type="slidenum">
              <a:rPr lang="en-US" smtClean="0"/>
              <a:t>‹#›</a:t>
            </a:fld>
            <a:endParaRPr lang="en-US"/>
          </a:p>
        </p:txBody>
      </p:sp>
    </p:spTree>
    <p:extLst>
      <p:ext uri="{BB962C8B-B14F-4D97-AF65-F5344CB8AC3E}">
        <p14:creationId xmlns:p14="http://schemas.microsoft.com/office/powerpoint/2010/main" val="105287933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7CFBED3-FD3C-9A72-31EA-1175F8E83568}"/>
              </a:ext>
            </a:extLst>
          </p:cNvPr>
          <p:cNvSpPr>
            <a:spLocks noGrp="1"/>
          </p:cNvSpPr>
          <p:nvPr>
            <p:ph type="dt" sz="half" idx="10"/>
          </p:nvPr>
        </p:nvSpPr>
        <p:spPr/>
        <p:txBody>
          <a:bodyPr/>
          <a:lstStyle/>
          <a:p>
            <a:fld id="{ECD4BC5D-ED91-4BE9-91D2-4F4CC3FCFFE5}" type="datetimeFigureOut">
              <a:rPr lang="en-US" smtClean="0"/>
              <a:t>4/6/2026</a:t>
            </a:fld>
            <a:endParaRPr lang="en-US"/>
          </a:p>
        </p:txBody>
      </p:sp>
      <p:sp>
        <p:nvSpPr>
          <p:cNvPr id="3" name="Footer Placeholder 2">
            <a:extLst>
              <a:ext uri="{FF2B5EF4-FFF2-40B4-BE49-F238E27FC236}">
                <a16:creationId xmlns:a16="http://schemas.microsoft.com/office/drawing/2014/main" id="{16346192-93E7-B328-1043-C18F4E6FD20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CBD2EB33-18C5-89AC-911C-9DF795ECF2AE}"/>
              </a:ext>
            </a:extLst>
          </p:cNvPr>
          <p:cNvSpPr>
            <a:spLocks noGrp="1"/>
          </p:cNvSpPr>
          <p:nvPr>
            <p:ph type="sldNum" sz="quarter" idx="12"/>
          </p:nvPr>
        </p:nvSpPr>
        <p:spPr/>
        <p:txBody>
          <a:bodyPr/>
          <a:lstStyle/>
          <a:p>
            <a:fld id="{93338739-DE79-434F-99A7-764C0A7203F1}" type="slidenum">
              <a:rPr lang="en-US" smtClean="0"/>
              <a:t>‹#›</a:t>
            </a:fld>
            <a:endParaRPr lang="en-US"/>
          </a:p>
        </p:txBody>
      </p:sp>
    </p:spTree>
    <p:extLst>
      <p:ext uri="{BB962C8B-B14F-4D97-AF65-F5344CB8AC3E}">
        <p14:creationId xmlns:p14="http://schemas.microsoft.com/office/powerpoint/2010/main" val="149430401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ACA2B2-F914-793C-F079-7DA23F72ECF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8AA9D4F5-782B-71D4-A5AB-7A839BDB5CD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D4AF3256-87F2-B063-110C-C09D738208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7B5B84F-49C3-056B-5E2C-032BD06099CE}"/>
              </a:ext>
            </a:extLst>
          </p:cNvPr>
          <p:cNvSpPr>
            <a:spLocks noGrp="1"/>
          </p:cNvSpPr>
          <p:nvPr>
            <p:ph type="dt" sz="half" idx="10"/>
          </p:nvPr>
        </p:nvSpPr>
        <p:spPr/>
        <p:txBody>
          <a:bodyPr/>
          <a:lstStyle/>
          <a:p>
            <a:fld id="{ECD4BC5D-ED91-4BE9-91D2-4F4CC3FCFFE5}" type="datetimeFigureOut">
              <a:rPr lang="en-US" smtClean="0"/>
              <a:t>4/6/2026</a:t>
            </a:fld>
            <a:endParaRPr lang="en-US"/>
          </a:p>
        </p:txBody>
      </p:sp>
      <p:sp>
        <p:nvSpPr>
          <p:cNvPr id="6" name="Footer Placeholder 5">
            <a:extLst>
              <a:ext uri="{FF2B5EF4-FFF2-40B4-BE49-F238E27FC236}">
                <a16:creationId xmlns:a16="http://schemas.microsoft.com/office/drawing/2014/main" id="{EF44A653-E118-7633-24DA-ED906E84E09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342CC50-090C-561F-150B-199E5CCCA69F}"/>
              </a:ext>
            </a:extLst>
          </p:cNvPr>
          <p:cNvSpPr>
            <a:spLocks noGrp="1"/>
          </p:cNvSpPr>
          <p:nvPr>
            <p:ph type="sldNum" sz="quarter" idx="12"/>
          </p:nvPr>
        </p:nvSpPr>
        <p:spPr/>
        <p:txBody>
          <a:bodyPr/>
          <a:lstStyle/>
          <a:p>
            <a:fld id="{93338739-DE79-434F-99A7-764C0A7203F1}" type="slidenum">
              <a:rPr lang="en-US" smtClean="0"/>
              <a:t>‹#›</a:t>
            </a:fld>
            <a:endParaRPr lang="en-US"/>
          </a:p>
        </p:txBody>
      </p:sp>
    </p:spTree>
    <p:extLst>
      <p:ext uri="{BB962C8B-B14F-4D97-AF65-F5344CB8AC3E}">
        <p14:creationId xmlns:p14="http://schemas.microsoft.com/office/powerpoint/2010/main" val="65956173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3A93D4-23B3-D608-F04F-1E917EE6820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99BA41F-E4B1-3A2D-6F5E-CCE9598E612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40DAA589-2B5D-F3B3-ABD4-C5AF9014354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982D5BD-8E2B-B86E-32D0-8245D9F78C6D}"/>
              </a:ext>
            </a:extLst>
          </p:cNvPr>
          <p:cNvSpPr>
            <a:spLocks noGrp="1"/>
          </p:cNvSpPr>
          <p:nvPr>
            <p:ph type="dt" sz="half" idx="10"/>
          </p:nvPr>
        </p:nvSpPr>
        <p:spPr/>
        <p:txBody>
          <a:bodyPr/>
          <a:lstStyle/>
          <a:p>
            <a:fld id="{ECD4BC5D-ED91-4BE9-91D2-4F4CC3FCFFE5}" type="datetimeFigureOut">
              <a:rPr lang="en-US" smtClean="0"/>
              <a:t>4/6/2026</a:t>
            </a:fld>
            <a:endParaRPr lang="en-US"/>
          </a:p>
        </p:txBody>
      </p:sp>
      <p:sp>
        <p:nvSpPr>
          <p:cNvPr id="6" name="Footer Placeholder 5">
            <a:extLst>
              <a:ext uri="{FF2B5EF4-FFF2-40B4-BE49-F238E27FC236}">
                <a16:creationId xmlns:a16="http://schemas.microsoft.com/office/drawing/2014/main" id="{4D828F58-0507-F7D0-ED90-7B45B15169D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CB70E03-0513-F86F-1644-439149A4EE72}"/>
              </a:ext>
            </a:extLst>
          </p:cNvPr>
          <p:cNvSpPr>
            <a:spLocks noGrp="1"/>
          </p:cNvSpPr>
          <p:nvPr>
            <p:ph type="sldNum" sz="quarter" idx="12"/>
          </p:nvPr>
        </p:nvSpPr>
        <p:spPr/>
        <p:txBody>
          <a:bodyPr/>
          <a:lstStyle/>
          <a:p>
            <a:fld id="{93338739-DE79-434F-99A7-764C0A7203F1}" type="slidenum">
              <a:rPr lang="en-US" smtClean="0"/>
              <a:t>‹#›</a:t>
            </a:fld>
            <a:endParaRPr lang="en-US"/>
          </a:p>
        </p:txBody>
      </p:sp>
    </p:spTree>
    <p:extLst>
      <p:ext uri="{BB962C8B-B14F-4D97-AF65-F5344CB8AC3E}">
        <p14:creationId xmlns:p14="http://schemas.microsoft.com/office/powerpoint/2010/main" val="87520484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917647-5D1B-500C-60C7-CEE356B9B36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AC4963B-8E6B-F739-0175-2E79F27D98C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629378-9938-B595-F064-B00DDFCCCEF4}"/>
              </a:ext>
            </a:extLst>
          </p:cNvPr>
          <p:cNvSpPr>
            <a:spLocks noGrp="1"/>
          </p:cNvSpPr>
          <p:nvPr>
            <p:ph type="dt" sz="half" idx="10"/>
          </p:nvPr>
        </p:nvSpPr>
        <p:spPr/>
        <p:txBody>
          <a:bodyPr/>
          <a:lstStyle/>
          <a:p>
            <a:fld id="{ECD4BC5D-ED91-4BE9-91D2-4F4CC3FCFFE5}" type="datetimeFigureOut">
              <a:rPr lang="en-US" smtClean="0"/>
              <a:t>4/6/2026</a:t>
            </a:fld>
            <a:endParaRPr lang="en-US"/>
          </a:p>
        </p:txBody>
      </p:sp>
      <p:sp>
        <p:nvSpPr>
          <p:cNvPr id="5" name="Footer Placeholder 4">
            <a:extLst>
              <a:ext uri="{FF2B5EF4-FFF2-40B4-BE49-F238E27FC236}">
                <a16:creationId xmlns:a16="http://schemas.microsoft.com/office/drawing/2014/main" id="{6CB40FFC-0F39-B261-ECB6-6207A3850EA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F23B653-08BB-7E10-6AEB-CF8A32BA05F9}"/>
              </a:ext>
            </a:extLst>
          </p:cNvPr>
          <p:cNvSpPr>
            <a:spLocks noGrp="1"/>
          </p:cNvSpPr>
          <p:nvPr>
            <p:ph type="sldNum" sz="quarter" idx="12"/>
          </p:nvPr>
        </p:nvSpPr>
        <p:spPr/>
        <p:txBody>
          <a:bodyPr/>
          <a:lstStyle/>
          <a:p>
            <a:fld id="{93338739-DE79-434F-99A7-764C0A7203F1}" type="slidenum">
              <a:rPr lang="en-US" smtClean="0"/>
              <a:t>‹#›</a:t>
            </a:fld>
            <a:endParaRPr lang="en-US"/>
          </a:p>
        </p:txBody>
      </p:sp>
    </p:spTree>
    <p:extLst>
      <p:ext uri="{BB962C8B-B14F-4D97-AF65-F5344CB8AC3E}">
        <p14:creationId xmlns:p14="http://schemas.microsoft.com/office/powerpoint/2010/main" val="24923463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9B402B04-B20A-1BE1-71BB-4E3B1BCAEB41}"/>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E3A3D8E-16D4-229A-5274-5DFD3077BE3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64081C0-2FA2-7A2A-1C49-D0278EAB9144}"/>
              </a:ext>
            </a:extLst>
          </p:cNvPr>
          <p:cNvSpPr>
            <a:spLocks noGrp="1"/>
          </p:cNvSpPr>
          <p:nvPr>
            <p:ph type="dt" sz="half" idx="10"/>
          </p:nvPr>
        </p:nvSpPr>
        <p:spPr/>
        <p:txBody>
          <a:bodyPr/>
          <a:lstStyle/>
          <a:p>
            <a:fld id="{ECD4BC5D-ED91-4BE9-91D2-4F4CC3FCFFE5}" type="datetimeFigureOut">
              <a:rPr lang="en-US" smtClean="0"/>
              <a:t>4/6/2026</a:t>
            </a:fld>
            <a:endParaRPr lang="en-US"/>
          </a:p>
        </p:txBody>
      </p:sp>
      <p:sp>
        <p:nvSpPr>
          <p:cNvPr id="5" name="Footer Placeholder 4">
            <a:extLst>
              <a:ext uri="{FF2B5EF4-FFF2-40B4-BE49-F238E27FC236}">
                <a16:creationId xmlns:a16="http://schemas.microsoft.com/office/drawing/2014/main" id="{DB98B2F1-C479-2126-7F30-956DBDCECC6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E8464AC-2FF1-C5BE-8591-E9D1571319A9}"/>
              </a:ext>
            </a:extLst>
          </p:cNvPr>
          <p:cNvSpPr>
            <a:spLocks noGrp="1"/>
          </p:cNvSpPr>
          <p:nvPr>
            <p:ph type="sldNum" sz="quarter" idx="12"/>
          </p:nvPr>
        </p:nvSpPr>
        <p:spPr/>
        <p:txBody>
          <a:bodyPr/>
          <a:lstStyle/>
          <a:p>
            <a:fld id="{93338739-DE79-434F-99A7-764C0A7203F1}" type="slidenum">
              <a:rPr lang="en-US" smtClean="0"/>
              <a:t>‹#›</a:t>
            </a:fld>
            <a:endParaRPr lang="en-US"/>
          </a:p>
        </p:txBody>
      </p:sp>
    </p:spTree>
    <p:extLst>
      <p:ext uri="{BB962C8B-B14F-4D97-AF65-F5344CB8AC3E}">
        <p14:creationId xmlns:p14="http://schemas.microsoft.com/office/powerpoint/2010/main" val="12037730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C8CCA9A-DF24-D69A-0469-D08F698D350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62FE3A0B-852D-AF32-6F37-02A7A7D6C75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C32C773-5957-FD33-0B7C-533B38C310A2}"/>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CD4BC5D-ED91-4BE9-91D2-4F4CC3FCFFE5}" type="datetimeFigureOut">
              <a:rPr lang="en-US" smtClean="0"/>
              <a:t>4/6/2026</a:t>
            </a:fld>
            <a:endParaRPr lang="en-US"/>
          </a:p>
        </p:txBody>
      </p:sp>
      <p:sp>
        <p:nvSpPr>
          <p:cNvPr id="5" name="Footer Placeholder 4">
            <a:extLst>
              <a:ext uri="{FF2B5EF4-FFF2-40B4-BE49-F238E27FC236}">
                <a16:creationId xmlns:a16="http://schemas.microsoft.com/office/drawing/2014/main" id="{C4C97FBD-03C3-FE5D-AF21-D5C95E3C617F}"/>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63FC8C43-7EA9-012B-DA49-45ACBE7189E8}"/>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3338739-DE79-434F-99A7-764C0A7203F1}" type="slidenum">
              <a:rPr lang="en-US" smtClean="0"/>
              <a:t>‹#›</a:t>
            </a:fld>
            <a:endParaRPr lang="en-US"/>
          </a:p>
        </p:txBody>
      </p:sp>
    </p:spTree>
    <p:extLst>
      <p:ext uri="{BB962C8B-B14F-4D97-AF65-F5344CB8AC3E}">
        <p14:creationId xmlns:p14="http://schemas.microsoft.com/office/powerpoint/2010/main" val="41423772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9.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13.jpeg"/><Relationship Id="rId7" Type="http://schemas.openxmlformats.org/officeDocument/2006/relationships/diagramColors" Target="../diagrams/colors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F0A604E4-7307-451C-93BE-F1F7E1BF3B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 y="0"/>
            <a:ext cx="12192004"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F7F3A0AA-35E5-4085-942B-73783903060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5282344"/>
            <a:ext cx="12191998" cy="1590742"/>
          </a:xfrm>
          <a:prstGeom prst="rect">
            <a:avLst/>
          </a:prstGeom>
          <a:gradFill>
            <a:gsLst>
              <a:gs pos="34000">
                <a:srgbClr val="000000">
                  <a:alpha val="96000"/>
                </a:srgbClr>
              </a:gs>
              <a:gs pos="100000">
                <a:schemeClr val="accent1"/>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402F5C38-C747-4173-ABBF-656E39E821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8115300" cy="1590742"/>
          </a:xfrm>
          <a:prstGeom prst="rect">
            <a:avLst/>
          </a:prstGeom>
          <a:gradFill>
            <a:gsLst>
              <a:gs pos="28000">
                <a:schemeClr val="accent1">
                  <a:lumMod val="75000"/>
                  <a:alpha val="59000"/>
                </a:schemeClr>
              </a:gs>
              <a:gs pos="100000">
                <a:srgbClr val="000000">
                  <a:alpha val="70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E37EECFC-A684-4391-AE85-4CDAF5565F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 y="5282344"/>
            <a:ext cx="12191998" cy="1590742"/>
          </a:xfrm>
          <a:prstGeom prst="rect">
            <a:avLst/>
          </a:prstGeom>
          <a:gradFill>
            <a:gsLst>
              <a:gs pos="0">
                <a:srgbClr val="000000">
                  <a:alpha val="71765"/>
                </a:srgbClr>
              </a:gs>
              <a:gs pos="100000">
                <a:schemeClr val="accent1">
                  <a:alpha val="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9B7C619-4A5B-6BD0-1FE2-4B73CDA5E176}"/>
              </a:ext>
            </a:extLst>
          </p:cNvPr>
          <p:cNvSpPr>
            <a:spLocks noGrp="1"/>
          </p:cNvSpPr>
          <p:nvPr>
            <p:ph type="ctrTitle"/>
          </p:nvPr>
        </p:nvSpPr>
        <p:spPr>
          <a:xfrm>
            <a:off x="699714" y="5490971"/>
            <a:ext cx="6962072" cy="1159200"/>
          </a:xfrm>
        </p:spPr>
        <p:txBody>
          <a:bodyPr anchor="ctr">
            <a:normAutofit/>
          </a:bodyPr>
          <a:lstStyle/>
          <a:p>
            <a:pPr algn="l"/>
            <a:r>
              <a:rPr lang="en-US" sz="3700">
                <a:solidFill>
                  <a:srgbClr val="FFFFFF"/>
                </a:solidFill>
              </a:rPr>
              <a:t>A Dungeons and Dragons Program</a:t>
            </a:r>
          </a:p>
        </p:txBody>
      </p:sp>
      <p:pic>
        <p:nvPicPr>
          <p:cNvPr id="8" name="Picture 7">
            <a:extLst>
              <a:ext uri="{FF2B5EF4-FFF2-40B4-BE49-F238E27FC236}">
                <a16:creationId xmlns:a16="http://schemas.microsoft.com/office/drawing/2014/main" id="{EC0ACB65-5763-4FD9-0BFB-E1A5E1252490}"/>
              </a:ext>
            </a:extLst>
          </p:cNvPr>
          <p:cNvPicPr>
            <a:picLocks noChangeAspect="1"/>
          </p:cNvPicPr>
          <p:nvPr/>
        </p:nvPicPr>
        <p:blipFill>
          <a:blip r:embed="rId2">
            <a:extLst>
              <a:ext uri="{28A0092B-C50C-407E-A947-70E740481C1C}">
                <a14:useLocalDpi xmlns:a14="http://schemas.microsoft.com/office/drawing/2010/main" val="0"/>
              </a:ext>
            </a:extLst>
          </a:blip>
          <a:srcRect t="10647" b="11993"/>
          <a:stretch>
            <a:fillRect/>
          </a:stretch>
        </p:blipFill>
        <p:spPr>
          <a:xfrm>
            <a:off x="478535" y="799207"/>
            <a:ext cx="11327549" cy="3702363"/>
          </a:xfrm>
          <a:prstGeom prst="rect">
            <a:avLst/>
          </a:prstGeom>
        </p:spPr>
      </p:pic>
    </p:spTree>
    <p:extLst>
      <p:ext uri="{BB962C8B-B14F-4D97-AF65-F5344CB8AC3E}">
        <p14:creationId xmlns:p14="http://schemas.microsoft.com/office/powerpoint/2010/main" val="38070088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3" name="Rectangle 32">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A594055-4040-EA6B-53D0-53DA6447DA53}"/>
              </a:ext>
            </a:extLst>
          </p:cNvPr>
          <p:cNvSpPr>
            <a:spLocks noGrp="1"/>
          </p:cNvSpPr>
          <p:nvPr>
            <p:ph type="title"/>
          </p:nvPr>
        </p:nvSpPr>
        <p:spPr>
          <a:xfrm>
            <a:off x="1371599" y="294538"/>
            <a:ext cx="9895951" cy="1033669"/>
          </a:xfrm>
        </p:spPr>
        <p:txBody>
          <a:bodyPr>
            <a:normAutofit/>
          </a:bodyPr>
          <a:lstStyle/>
          <a:p>
            <a:r>
              <a:rPr lang="en-US" sz="4000">
                <a:solidFill>
                  <a:srgbClr val="FFFFFF"/>
                </a:solidFill>
              </a:rPr>
              <a:t>Agenda</a:t>
            </a:r>
          </a:p>
        </p:txBody>
      </p:sp>
      <p:graphicFrame>
        <p:nvGraphicFramePr>
          <p:cNvPr id="35" name="Content Placeholder 2">
            <a:extLst>
              <a:ext uri="{FF2B5EF4-FFF2-40B4-BE49-F238E27FC236}">
                <a16:creationId xmlns:a16="http://schemas.microsoft.com/office/drawing/2014/main" id="{10FC721B-E7E5-284B-E9C2-D90DEFE52667}"/>
              </a:ext>
            </a:extLst>
          </p:cNvPr>
          <p:cNvGraphicFramePr>
            <a:graphicFrameLocks noGrp="1"/>
          </p:cNvGraphicFramePr>
          <p:nvPr>
            <p:ph idx="1"/>
          </p:nvPr>
        </p:nvGraphicFramePr>
        <p:xfrm>
          <a:off x="1371599" y="2318197"/>
          <a:ext cx="9724031" cy="368335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5238396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77C7D521-3B44-19AB-0DB5-B16860A371A7}"/>
              </a:ext>
            </a:extLst>
          </p:cNvPr>
          <p:cNvSpPr/>
          <p:nvPr/>
        </p:nvSpPr>
        <p:spPr>
          <a:xfrm>
            <a:off x="9246476" y="0"/>
            <a:ext cx="2945524" cy="1529862"/>
          </a:xfrm>
          <a:prstGeom prst="rect">
            <a:avLst/>
          </a:prstGeom>
          <a:gradFill flip="none" rotWithShape="1">
            <a:gsLst>
              <a:gs pos="0">
                <a:srgbClr val="0F2D41"/>
              </a:gs>
              <a:gs pos="49000">
                <a:srgbClr val="133851"/>
              </a:gs>
              <a:gs pos="100000">
                <a:srgbClr val="114E69"/>
              </a:gs>
            </a:gsLst>
            <a:lin ang="7200000" scaled="0"/>
            <a:tileRect/>
          </a:gra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Rectangle 5">
            <a:extLst>
              <a:ext uri="{FF2B5EF4-FFF2-40B4-BE49-F238E27FC236}">
                <a16:creationId xmlns:a16="http://schemas.microsoft.com/office/drawing/2014/main" id="{2E62D26B-EC47-FFF1-C855-12397C0559AB}"/>
              </a:ext>
            </a:extLst>
          </p:cNvPr>
          <p:cNvSpPr/>
          <p:nvPr/>
        </p:nvSpPr>
        <p:spPr>
          <a:xfrm>
            <a:off x="838200" y="2002221"/>
            <a:ext cx="2945524" cy="4174742"/>
          </a:xfrm>
          <a:prstGeom prst="rect">
            <a:avLst/>
          </a:prstGeom>
          <a:solidFill>
            <a:srgbClr val="15608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Box 4">
            <a:extLst>
              <a:ext uri="{FF2B5EF4-FFF2-40B4-BE49-F238E27FC236}">
                <a16:creationId xmlns:a16="http://schemas.microsoft.com/office/drawing/2014/main" id="{41B9D95C-39D8-5C08-8939-97AF792F8628}"/>
              </a:ext>
            </a:extLst>
          </p:cNvPr>
          <p:cNvSpPr txBox="1"/>
          <p:nvPr/>
        </p:nvSpPr>
        <p:spPr>
          <a:xfrm>
            <a:off x="4739640" y="2002221"/>
            <a:ext cx="2651760" cy="369332"/>
          </a:xfrm>
          <a:prstGeom prst="rect">
            <a:avLst/>
          </a:prstGeom>
          <a:noFill/>
        </p:spPr>
        <p:txBody>
          <a:bodyPr wrap="square" rtlCol="0">
            <a:spAutoFit/>
          </a:bodyPr>
          <a:lstStyle/>
          <a:p>
            <a:r>
              <a:rPr lang="en-US" dirty="0"/>
              <a:t>.</a:t>
            </a:r>
          </a:p>
        </p:txBody>
      </p:sp>
      <p:sp>
        <p:nvSpPr>
          <p:cNvPr id="7" name="Rectangle 6">
            <a:extLst>
              <a:ext uri="{FF2B5EF4-FFF2-40B4-BE49-F238E27FC236}">
                <a16:creationId xmlns:a16="http://schemas.microsoft.com/office/drawing/2014/main" id="{98439DC0-78A8-6621-E9E1-17959957E07E}"/>
              </a:ext>
            </a:extLst>
          </p:cNvPr>
          <p:cNvSpPr/>
          <p:nvPr/>
        </p:nvSpPr>
        <p:spPr>
          <a:xfrm>
            <a:off x="4693920" y="2002221"/>
            <a:ext cx="2945524" cy="4119021"/>
          </a:xfrm>
          <a:prstGeom prst="rect">
            <a:avLst/>
          </a:prstGeom>
          <a:solidFill>
            <a:srgbClr val="15608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Rectangle 7">
            <a:extLst>
              <a:ext uri="{FF2B5EF4-FFF2-40B4-BE49-F238E27FC236}">
                <a16:creationId xmlns:a16="http://schemas.microsoft.com/office/drawing/2014/main" id="{7C848F8F-F20B-C0CC-D9F4-7B94E12FE03A}"/>
              </a:ext>
            </a:extLst>
          </p:cNvPr>
          <p:cNvSpPr/>
          <p:nvPr/>
        </p:nvSpPr>
        <p:spPr>
          <a:xfrm>
            <a:off x="8549640" y="1974359"/>
            <a:ext cx="2945524" cy="4119021"/>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AAC30B39-3117-7D85-E398-E9D6C5663909}"/>
              </a:ext>
            </a:extLst>
          </p:cNvPr>
          <p:cNvSpPr txBox="1"/>
          <p:nvPr/>
        </p:nvSpPr>
        <p:spPr>
          <a:xfrm>
            <a:off x="1940863" y="2186887"/>
            <a:ext cx="831638" cy="523220"/>
          </a:xfrm>
          <a:prstGeom prst="rect">
            <a:avLst/>
          </a:prstGeom>
          <a:noFill/>
        </p:spPr>
        <p:txBody>
          <a:bodyPr wrap="none" rtlCol="0">
            <a:spAutoFit/>
          </a:bodyPr>
          <a:lstStyle/>
          <a:p>
            <a:r>
              <a:rPr lang="en-US" sz="2800" dirty="0">
                <a:solidFill>
                  <a:schemeClr val="bg1"/>
                </a:solidFill>
              </a:rPr>
              <a:t>Alex</a:t>
            </a:r>
          </a:p>
        </p:txBody>
      </p:sp>
      <p:sp>
        <p:nvSpPr>
          <p:cNvPr id="4" name="TextBox 3">
            <a:extLst>
              <a:ext uri="{FF2B5EF4-FFF2-40B4-BE49-F238E27FC236}">
                <a16:creationId xmlns:a16="http://schemas.microsoft.com/office/drawing/2014/main" id="{638E1F40-673B-AC1D-D66F-2261F0A05AD8}"/>
              </a:ext>
            </a:extLst>
          </p:cNvPr>
          <p:cNvSpPr txBox="1"/>
          <p:nvPr/>
        </p:nvSpPr>
        <p:spPr>
          <a:xfrm>
            <a:off x="5481930" y="2189452"/>
            <a:ext cx="1167179" cy="523220"/>
          </a:xfrm>
          <a:prstGeom prst="rect">
            <a:avLst/>
          </a:prstGeom>
          <a:noFill/>
        </p:spPr>
        <p:txBody>
          <a:bodyPr wrap="none" rtlCol="0">
            <a:spAutoFit/>
          </a:bodyPr>
          <a:lstStyle/>
          <a:p>
            <a:r>
              <a:rPr lang="en-US" sz="2800" dirty="0">
                <a:solidFill>
                  <a:schemeClr val="bg1"/>
                </a:solidFill>
              </a:rPr>
              <a:t>Carter</a:t>
            </a:r>
          </a:p>
        </p:txBody>
      </p:sp>
      <p:sp>
        <p:nvSpPr>
          <p:cNvPr id="9" name="TextBox 8">
            <a:extLst>
              <a:ext uri="{FF2B5EF4-FFF2-40B4-BE49-F238E27FC236}">
                <a16:creationId xmlns:a16="http://schemas.microsoft.com/office/drawing/2014/main" id="{21D99E2A-403D-393B-3E32-B28180625C45}"/>
              </a:ext>
            </a:extLst>
          </p:cNvPr>
          <p:cNvSpPr txBox="1"/>
          <p:nvPr/>
        </p:nvSpPr>
        <p:spPr>
          <a:xfrm>
            <a:off x="9438812" y="2186887"/>
            <a:ext cx="1516403" cy="523220"/>
          </a:xfrm>
          <a:prstGeom prst="rect">
            <a:avLst/>
          </a:prstGeom>
          <a:noFill/>
        </p:spPr>
        <p:txBody>
          <a:bodyPr wrap="square" rtlCol="0">
            <a:spAutoFit/>
          </a:bodyPr>
          <a:lstStyle/>
          <a:p>
            <a:r>
              <a:rPr lang="en-US" sz="2800" dirty="0">
                <a:solidFill>
                  <a:schemeClr val="bg1"/>
                </a:solidFill>
              </a:rPr>
              <a:t>Brayden</a:t>
            </a:r>
          </a:p>
        </p:txBody>
      </p:sp>
      <p:sp>
        <p:nvSpPr>
          <p:cNvPr id="10" name="Rectangle 9">
            <a:extLst>
              <a:ext uri="{FF2B5EF4-FFF2-40B4-BE49-F238E27FC236}">
                <a16:creationId xmlns:a16="http://schemas.microsoft.com/office/drawing/2014/main" id="{49EFF4BB-FF6E-44EF-164E-8D662BB4FCD5}"/>
              </a:ext>
            </a:extLst>
          </p:cNvPr>
          <p:cNvSpPr/>
          <p:nvPr/>
        </p:nvSpPr>
        <p:spPr>
          <a:xfrm>
            <a:off x="0" y="0"/>
            <a:ext cx="9246476" cy="1529862"/>
          </a:xfrm>
          <a:prstGeom prst="rect">
            <a:avLst/>
          </a:prstGeom>
          <a:gradFill flip="none" rotWithShape="1">
            <a:gsLst>
              <a:gs pos="0">
                <a:srgbClr val="0A1B2C"/>
              </a:gs>
              <a:gs pos="50000">
                <a:srgbClr val="0E2841"/>
              </a:gs>
              <a:gs pos="100000">
                <a:srgbClr val="123252"/>
              </a:gs>
            </a:gsLst>
            <a:lin ang="0" scaled="0"/>
            <a:tileRect/>
          </a:gradFill>
          <a:ln>
            <a:solidFill>
              <a:schemeClr val="accent1">
                <a:lumMod val="50000"/>
              </a:schemeClr>
            </a:solidFill>
          </a:ln>
        </p:spPr>
        <p:style>
          <a:lnRef idx="0">
            <a:scrgbClr r="0" g="0" b="0"/>
          </a:lnRef>
          <a:fillRef idx="0">
            <a:scrgbClr r="0" g="0" b="0"/>
          </a:fillRef>
          <a:effectRef idx="0">
            <a:scrgbClr r="0" g="0" b="0"/>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5B506988-ECE1-9A22-02B7-046BC2ABBBDD}"/>
              </a:ext>
            </a:extLst>
          </p:cNvPr>
          <p:cNvSpPr>
            <a:spLocks noGrp="1"/>
          </p:cNvSpPr>
          <p:nvPr>
            <p:ph type="title"/>
          </p:nvPr>
        </p:nvSpPr>
        <p:spPr>
          <a:xfrm>
            <a:off x="0" y="73976"/>
            <a:ext cx="9479281" cy="1325563"/>
          </a:xfrm>
        </p:spPr>
        <p:txBody>
          <a:bodyPr/>
          <a:lstStyle/>
          <a:p>
            <a:r>
              <a:rPr lang="en-US" sz="4000" dirty="0">
                <a:solidFill>
                  <a:schemeClr val="bg1"/>
                </a:solidFill>
              </a:rPr>
              <a:t>The Members of the Arcane </a:t>
            </a:r>
            <a:r>
              <a:rPr lang="en-US" sz="4000" dirty="0" err="1">
                <a:solidFill>
                  <a:schemeClr val="bg1"/>
                </a:solidFill>
              </a:rPr>
              <a:t>Armoury</a:t>
            </a:r>
            <a:r>
              <a:rPr lang="en-US" sz="4000" dirty="0">
                <a:solidFill>
                  <a:schemeClr val="bg1"/>
                </a:solidFill>
              </a:rPr>
              <a:t> </a:t>
            </a:r>
            <a:r>
              <a:rPr lang="en-US" dirty="0">
                <a:solidFill>
                  <a:schemeClr val="bg1"/>
                </a:solidFill>
              </a:rPr>
              <a:t>Project</a:t>
            </a:r>
          </a:p>
        </p:txBody>
      </p:sp>
      <p:sp>
        <p:nvSpPr>
          <p:cNvPr id="12" name="TextBox 11">
            <a:extLst>
              <a:ext uri="{FF2B5EF4-FFF2-40B4-BE49-F238E27FC236}">
                <a16:creationId xmlns:a16="http://schemas.microsoft.com/office/drawing/2014/main" id="{27C293F1-2E22-2F7C-6E66-103AEEE1A499}"/>
              </a:ext>
            </a:extLst>
          </p:cNvPr>
          <p:cNvSpPr txBox="1"/>
          <p:nvPr/>
        </p:nvSpPr>
        <p:spPr>
          <a:xfrm>
            <a:off x="1340717" y="3849203"/>
            <a:ext cx="2178097" cy="646331"/>
          </a:xfrm>
          <a:prstGeom prst="rect">
            <a:avLst/>
          </a:prstGeom>
          <a:noFill/>
        </p:spPr>
        <p:txBody>
          <a:bodyPr wrap="none" rtlCol="0">
            <a:spAutoFit/>
          </a:bodyPr>
          <a:lstStyle/>
          <a:p>
            <a:pPr marL="342900" indent="-342900">
              <a:buFont typeface="+mj-lt"/>
              <a:buAutoNum type="arabicPeriod"/>
            </a:pPr>
            <a:r>
              <a:rPr lang="en-US" dirty="0">
                <a:solidFill>
                  <a:schemeClr val="bg1"/>
                </a:solidFill>
              </a:rPr>
              <a:t>Backend coder</a:t>
            </a:r>
          </a:p>
          <a:p>
            <a:pPr marL="342900" indent="-342900">
              <a:buFont typeface="+mj-lt"/>
              <a:buAutoNum type="arabicPeriod"/>
            </a:pPr>
            <a:r>
              <a:rPr lang="en-US" dirty="0">
                <a:solidFill>
                  <a:schemeClr val="bg1"/>
                </a:solidFill>
              </a:rPr>
              <a:t>Troubleshooting </a:t>
            </a:r>
          </a:p>
        </p:txBody>
      </p:sp>
      <p:sp>
        <p:nvSpPr>
          <p:cNvPr id="13" name="TextBox 12">
            <a:extLst>
              <a:ext uri="{FF2B5EF4-FFF2-40B4-BE49-F238E27FC236}">
                <a16:creationId xmlns:a16="http://schemas.microsoft.com/office/drawing/2014/main" id="{483769F7-3F70-4EAC-8634-CC978E910791}"/>
              </a:ext>
            </a:extLst>
          </p:cNvPr>
          <p:cNvSpPr txBox="1"/>
          <p:nvPr/>
        </p:nvSpPr>
        <p:spPr>
          <a:xfrm>
            <a:off x="5139766" y="3614173"/>
            <a:ext cx="2053832" cy="923330"/>
          </a:xfrm>
          <a:prstGeom prst="rect">
            <a:avLst/>
          </a:prstGeom>
          <a:noFill/>
        </p:spPr>
        <p:txBody>
          <a:bodyPr wrap="none" rtlCol="0">
            <a:spAutoFit/>
          </a:bodyPr>
          <a:lstStyle/>
          <a:p>
            <a:pPr marL="342900" indent="-342900">
              <a:buFont typeface="+mj-lt"/>
              <a:buAutoNum type="arabicPeriod"/>
            </a:pPr>
            <a:r>
              <a:rPr lang="en-US" dirty="0">
                <a:solidFill>
                  <a:schemeClr val="bg1"/>
                </a:solidFill>
              </a:rPr>
              <a:t>Frontend coder</a:t>
            </a:r>
          </a:p>
          <a:p>
            <a:pPr marL="342900" indent="-342900">
              <a:buFont typeface="+mj-lt"/>
              <a:buAutoNum type="arabicPeriod"/>
            </a:pPr>
            <a:r>
              <a:rPr lang="en-US" dirty="0">
                <a:solidFill>
                  <a:schemeClr val="bg1"/>
                </a:solidFill>
              </a:rPr>
              <a:t>Remote</a:t>
            </a:r>
          </a:p>
          <a:p>
            <a:pPr marL="342900" indent="-342900">
              <a:buFont typeface="+mj-lt"/>
              <a:buAutoNum type="arabicPeriod"/>
            </a:pPr>
            <a:r>
              <a:rPr lang="en-US" dirty="0">
                <a:solidFill>
                  <a:schemeClr val="bg1"/>
                </a:solidFill>
              </a:rPr>
              <a:t>Poster</a:t>
            </a:r>
          </a:p>
        </p:txBody>
      </p:sp>
      <p:sp>
        <p:nvSpPr>
          <p:cNvPr id="14" name="TextBox 13">
            <a:extLst>
              <a:ext uri="{FF2B5EF4-FFF2-40B4-BE49-F238E27FC236}">
                <a16:creationId xmlns:a16="http://schemas.microsoft.com/office/drawing/2014/main" id="{79FB4E93-0D88-F367-75C1-9C3DCA6FF854}"/>
              </a:ext>
            </a:extLst>
          </p:cNvPr>
          <p:cNvSpPr txBox="1"/>
          <p:nvPr/>
        </p:nvSpPr>
        <p:spPr>
          <a:xfrm>
            <a:off x="9010298" y="3614173"/>
            <a:ext cx="2395207" cy="1477328"/>
          </a:xfrm>
          <a:prstGeom prst="rect">
            <a:avLst/>
          </a:prstGeom>
          <a:noFill/>
        </p:spPr>
        <p:txBody>
          <a:bodyPr wrap="none" rtlCol="0">
            <a:spAutoFit/>
          </a:bodyPr>
          <a:lstStyle/>
          <a:p>
            <a:pPr marL="342900" indent="-342900">
              <a:buFont typeface="+mj-lt"/>
              <a:buAutoNum type="arabicPeriod"/>
            </a:pPr>
            <a:r>
              <a:rPr lang="en-US" dirty="0">
                <a:solidFill>
                  <a:schemeClr val="bg1"/>
                </a:solidFill>
              </a:rPr>
              <a:t>ESP 32U coder</a:t>
            </a:r>
          </a:p>
          <a:p>
            <a:pPr marL="342900" indent="-342900">
              <a:buFont typeface="+mj-lt"/>
              <a:buAutoNum type="arabicPeriod"/>
            </a:pPr>
            <a:r>
              <a:rPr lang="en-US" dirty="0">
                <a:solidFill>
                  <a:schemeClr val="bg1"/>
                </a:solidFill>
              </a:rPr>
              <a:t>3D design </a:t>
            </a:r>
          </a:p>
          <a:p>
            <a:pPr marL="342900" indent="-342900">
              <a:buFont typeface="+mj-lt"/>
              <a:buAutoNum type="arabicPeriod"/>
            </a:pPr>
            <a:r>
              <a:rPr lang="en-US" dirty="0">
                <a:solidFill>
                  <a:schemeClr val="bg1"/>
                </a:solidFill>
              </a:rPr>
              <a:t>3D Printing</a:t>
            </a:r>
          </a:p>
          <a:p>
            <a:pPr marL="342900" indent="-342900">
              <a:buFont typeface="+mj-lt"/>
              <a:buAutoNum type="arabicPeriod"/>
            </a:pPr>
            <a:r>
              <a:rPr lang="en-US" dirty="0">
                <a:solidFill>
                  <a:schemeClr val="bg1"/>
                </a:solidFill>
              </a:rPr>
              <a:t> Remote</a:t>
            </a:r>
          </a:p>
          <a:p>
            <a:pPr marL="342900" indent="-342900">
              <a:buFont typeface="+mj-lt"/>
              <a:buAutoNum type="arabicPeriod"/>
            </a:pPr>
            <a:r>
              <a:rPr lang="en-US" dirty="0">
                <a:solidFill>
                  <a:schemeClr val="bg1"/>
                </a:solidFill>
              </a:rPr>
              <a:t>Raspberry pi setup</a:t>
            </a:r>
          </a:p>
        </p:txBody>
      </p:sp>
    </p:spTree>
    <p:extLst>
      <p:ext uri="{BB962C8B-B14F-4D97-AF65-F5344CB8AC3E}">
        <p14:creationId xmlns:p14="http://schemas.microsoft.com/office/powerpoint/2010/main" val="1196359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4"/>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3"/>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8"/>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5" grpId="0"/>
      <p:bldP spid="7" grpId="0" animBg="1"/>
      <p:bldP spid="8" grpId="0" animBg="1"/>
      <p:bldP spid="3" grpId="0"/>
      <p:bldP spid="4" grpId="0"/>
      <p:bldP spid="9" grpId="0"/>
      <p:bldP spid="12" grpId="0"/>
      <p:bldP spid="13" grpId="0"/>
      <p:bldP spid="14" grpId="0"/>
    </p:bld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9" name="Rectangle 48">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DD8ED61-DF4D-56F7-DE04-5DD2A7992463}"/>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The Arcane </a:t>
            </a:r>
            <a:r>
              <a:rPr lang="en-US" sz="4000" dirty="0" err="1">
                <a:solidFill>
                  <a:srgbClr val="FFFFFF"/>
                </a:solidFill>
              </a:rPr>
              <a:t>Armoury</a:t>
            </a:r>
            <a:r>
              <a:rPr lang="en-US" sz="4000" dirty="0">
                <a:solidFill>
                  <a:srgbClr val="FFFFFF"/>
                </a:solidFill>
              </a:rPr>
              <a:t> Project</a:t>
            </a:r>
          </a:p>
        </p:txBody>
      </p:sp>
      <p:sp>
        <p:nvSpPr>
          <p:cNvPr id="3" name="Content Placeholder 2">
            <a:extLst>
              <a:ext uri="{FF2B5EF4-FFF2-40B4-BE49-F238E27FC236}">
                <a16:creationId xmlns:a16="http://schemas.microsoft.com/office/drawing/2014/main" id="{CE296181-5B07-117C-AE8D-0568C3D3E2D6}"/>
              </a:ext>
            </a:extLst>
          </p:cNvPr>
          <p:cNvSpPr>
            <a:spLocks noGrp="1"/>
          </p:cNvSpPr>
          <p:nvPr>
            <p:ph idx="1"/>
          </p:nvPr>
        </p:nvSpPr>
        <p:spPr>
          <a:xfrm>
            <a:off x="1371599" y="2318197"/>
            <a:ext cx="9724031" cy="3683358"/>
          </a:xfrm>
        </p:spPr>
        <p:txBody>
          <a:bodyPr anchor="ctr">
            <a:normAutofit/>
          </a:bodyPr>
          <a:lstStyle/>
          <a:p>
            <a:r>
              <a:rPr lang="en-US" sz="2000"/>
              <a:t>The idea of the project is to have a dual monitor setup, one monitor for the Dungeon Master and one monitor for the Players to view.</a:t>
            </a:r>
          </a:p>
          <a:p>
            <a:r>
              <a:rPr lang="en-US" sz="2000"/>
              <a:t>The purpose of this is to have a digital semi-interactable interface for players to actively engage in as a group.</a:t>
            </a:r>
          </a:p>
          <a:p>
            <a:r>
              <a:rPr lang="en-US" sz="2000"/>
              <a:t>This project is set up on a Raspberry Pi 4, alongside a remote made using a breadboard and an ESP 32U, as well as two monitors.</a:t>
            </a:r>
          </a:p>
          <a:p>
            <a:endParaRPr lang="en-US" sz="2000"/>
          </a:p>
          <a:p>
            <a:pPr marL="0" indent="0">
              <a:buNone/>
            </a:pPr>
            <a:endParaRPr lang="en-US" sz="2000"/>
          </a:p>
        </p:txBody>
      </p:sp>
    </p:spTree>
    <p:extLst>
      <p:ext uri="{BB962C8B-B14F-4D97-AF65-F5344CB8AC3E}">
        <p14:creationId xmlns:p14="http://schemas.microsoft.com/office/powerpoint/2010/main" val="28644269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30B6CE-F037-224E-7A48-6CC74DD1DE96}"/>
              </a:ext>
            </a:extLst>
          </p:cNvPr>
          <p:cNvSpPr>
            <a:spLocks noGrp="1"/>
          </p:cNvSpPr>
          <p:nvPr>
            <p:ph type="title"/>
          </p:nvPr>
        </p:nvSpPr>
        <p:spPr>
          <a:xfrm>
            <a:off x="1371599" y="294538"/>
            <a:ext cx="9895951" cy="1033669"/>
          </a:xfrm>
        </p:spPr>
        <p:txBody>
          <a:bodyPr>
            <a:normAutofit/>
          </a:bodyPr>
          <a:lstStyle/>
          <a:p>
            <a:r>
              <a:rPr lang="en-US" sz="4000" dirty="0">
                <a:solidFill>
                  <a:srgbClr val="FFFFFF"/>
                </a:solidFill>
              </a:rPr>
              <a:t>Scope of Arcane </a:t>
            </a:r>
            <a:r>
              <a:rPr lang="en-US" sz="4000" dirty="0" err="1">
                <a:solidFill>
                  <a:srgbClr val="FFFFFF"/>
                </a:solidFill>
              </a:rPr>
              <a:t>Armoury</a:t>
            </a:r>
            <a:r>
              <a:rPr lang="en-US" sz="4000" dirty="0">
                <a:solidFill>
                  <a:srgbClr val="FFFFFF"/>
                </a:solidFill>
              </a:rPr>
              <a:t> Project</a:t>
            </a:r>
          </a:p>
        </p:txBody>
      </p:sp>
      <p:sp>
        <p:nvSpPr>
          <p:cNvPr id="3" name="Content Placeholder 2">
            <a:extLst>
              <a:ext uri="{FF2B5EF4-FFF2-40B4-BE49-F238E27FC236}">
                <a16:creationId xmlns:a16="http://schemas.microsoft.com/office/drawing/2014/main" id="{F60EFE8F-615F-9F8B-0F4D-0BFEB4FCB61E}"/>
              </a:ext>
            </a:extLst>
          </p:cNvPr>
          <p:cNvSpPr>
            <a:spLocks noGrp="1"/>
          </p:cNvSpPr>
          <p:nvPr>
            <p:ph idx="1"/>
          </p:nvPr>
        </p:nvSpPr>
        <p:spPr>
          <a:xfrm>
            <a:off x="1371599" y="2318197"/>
            <a:ext cx="9724031" cy="3683358"/>
          </a:xfrm>
        </p:spPr>
        <p:txBody>
          <a:bodyPr anchor="ctr">
            <a:normAutofit/>
          </a:bodyPr>
          <a:lstStyle/>
          <a:p>
            <a:r>
              <a:rPr lang="en-US" sz="2000"/>
              <a:t>The primary program </a:t>
            </a:r>
          </a:p>
          <a:p>
            <a:r>
              <a:rPr lang="en-US" sz="2000"/>
              <a:t>An interface for the Dungeon Master to have the ability to change the background, character portraits, and player turns.</a:t>
            </a:r>
          </a:p>
          <a:p>
            <a:r>
              <a:rPr lang="en-US" sz="2000"/>
              <a:t>A remote controller for players to be able to raise and lower the state of their current Health points</a:t>
            </a:r>
          </a:p>
          <a:p>
            <a:endParaRPr lang="en-US" sz="2000"/>
          </a:p>
          <a:p>
            <a:endParaRPr lang="en-US" sz="2000"/>
          </a:p>
        </p:txBody>
      </p:sp>
    </p:spTree>
    <p:extLst>
      <p:ext uri="{BB962C8B-B14F-4D97-AF65-F5344CB8AC3E}">
        <p14:creationId xmlns:p14="http://schemas.microsoft.com/office/powerpoint/2010/main" val="369729524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DEE2AD96-B495-4E06-9291-B71706F728C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53CF6D67-C5A8-4ADD-9E8E-1E38CA1D31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638515" y="639280"/>
            <a:ext cx="6858000" cy="5579440"/>
          </a:xfrm>
          <a:prstGeom prst="rect">
            <a:avLst/>
          </a:prstGeom>
          <a:gradFill>
            <a:gsLst>
              <a:gs pos="8000">
                <a:srgbClr val="000000"/>
              </a:gs>
              <a:gs pos="100000">
                <a:schemeClr val="accent1">
                  <a:lumMod val="75000"/>
                </a:scheme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86909FA0-B515-4681-B7A8-FA281D133B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393206" y="395206"/>
            <a:ext cx="6346209" cy="5576080"/>
          </a:xfrm>
          <a:prstGeom prst="rect">
            <a:avLst/>
          </a:prstGeom>
          <a:gradFill>
            <a:gsLst>
              <a:gs pos="0">
                <a:srgbClr val="000000">
                  <a:alpha val="0"/>
                </a:srgbClr>
              </a:gs>
              <a:gs pos="99000">
                <a:schemeClr val="accent1">
                  <a:alpha val="0"/>
                </a:schemeClr>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a:extLst>
              <a:ext uri="{FF2B5EF4-FFF2-40B4-BE49-F238E27FC236}">
                <a16:creationId xmlns:a16="http://schemas.microsoft.com/office/drawing/2014/main" id="{21C9FE86-FCC3-4A31-AA1C-C882262B7F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528907" y="2818967"/>
            <a:ext cx="2501979" cy="5576080"/>
          </a:xfrm>
          <a:prstGeom prst="rect">
            <a:avLst/>
          </a:prstGeom>
          <a:gradFill>
            <a:gsLst>
              <a:gs pos="2000">
                <a:schemeClr val="accent1">
                  <a:alpha val="29000"/>
                </a:schemeClr>
              </a:gs>
              <a:gs pos="100000">
                <a:srgbClr val="000000">
                  <a:alpha val="30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3" name="Rectangle 32">
            <a:extLst>
              <a:ext uri="{FF2B5EF4-FFF2-40B4-BE49-F238E27FC236}">
                <a16:creationId xmlns:a16="http://schemas.microsoft.com/office/drawing/2014/main" id="{7D96243B-ECED-4B71-8E06-AE9A285EAD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425002" y="852793"/>
            <a:ext cx="6858001" cy="5152412"/>
          </a:xfrm>
          <a:prstGeom prst="rect">
            <a:avLst/>
          </a:prstGeom>
          <a:gradFill>
            <a:gsLst>
              <a:gs pos="0">
                <a:srgbClr val="000000">
                  <a:alpha val="0"/>
                </a:srgbClr>
              </a:gs>
              <a:gs pos="99000">
                <a:schemeClr val="accent1">
                  <a:alpha val="11000"/>
                </a:scheme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Oval 34">
            <a:extLst>
              <a:ext uri="{FF2B5EF4-FFF2-40B4-BE49-F238E27FC236}">
                <a16:creationId xmlns:a16="http://schemas.microsoft.com/office/drawing/2014/main" id="{A09989E4-EFDC-4A90-A633-E0525FB413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818753" y="1128497"/>
            <a:ext cx="4318303" cy="4318303"/>
          </a:xfrm>
          <a:prstGeom prst="ellipse">
            <a:avLst/>
          </a:prstGeom>
          <a:gradFill>
            <a:gsLst>
              <a:gs pos="39000">
                <a:schemeClr val="accent1">
                  <a:alpha val="0"/>
                </a:schemeClr>
              </a:gs>
              <a:gs pos="100000">
                <a:schemeClr val="accent1">
                  <a:lumMod val="60000"/>
                  <a:lumOff val="40000"/>
                  <a:alpha val="15000"/>
                </a:scheme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6B60E42C-3666-6A5B-4EA2-6036AFBBEDE3}"/>
              </a:ext>
            </a:extLst>
          </p:cNvPr>
          <p:cNvSpPr>
            <a:spLocks noGrp="1"/>
          </p:cNvSpPr>
          <p:nvPr>
            <p:ph type="title"/>
          </p:nvPr>
        </p:nvSpPr>
        <p:spPr>
          <a:xfrm>
            <a:off x="826396" y="586855"/>
            <a:ext cx="4230100" cy="3387497"/>
          </a:xfrm>
        </p:spPr>
        <p:txBody>
          <a:bodyPr anchor="b">
            <a:normAutofit/>
          </a:bodyPr>
          <a:lstStyle/>
          <a:p>
            <a:pPr algn="r"/>
            <a:r>
              <a:rPr lang="en-US" sz="4000" dirty="0">
                <a:solidFill>
                  <a:srgbClr val="FFFFFF"/>
                </a:solidFill>
              </a:rPr>
              <a:t>The Tech Stack</a:t>
            </a:r>
          </a:p>
        </p:txBody>
      </p:sp>
      <p:sp>
        <p:nvSpPr>
          <p:cNvPr id="3" name="Content Placeholder 2">
            <a:extLst>
              <a:ext uri="{FF2B5EF4-FFF2-40B4-BE49-F238E27FC236}">
                <a16:creationId xmlns:a16="http://schemas.microsoft.com/office/drawing/2014/main" id="{F54CA723-9753-877C-8E19-8EF2C70BE051}"/>
              </a:ext>
            </a:extLst>
          </p:cNvPr>
          <p:cNvSpPr>
            <a:spLocks noGrp="1"/>
          </p:cNvSpPr>
          <p:nvPr>
            <p:ph idx="1"/>
          </p:nvPr>
        </p:nvSpPr>
        <p:spPr>
          <a:xfrm>
            <a:off x="6503158" y="649480"/>
            <a:ext cx="4862447" cy="5546047"/>
          </a:xfrm>
        </p:spPr>
        <p:txBody>
          <a:bodyPr anchor="ctr">
            <a:normAutofit/>
          </a:bodyPr>
          <a:lstStyle/>
          <a:p>
            <a:r>
              <a:rPr lang="en-US" sz="2000"/>
              <a:t>A program that uses python, java script, HTML, and CSS </a:t>
            </a:r>
          </a:p>
          <a:p>
            <a:r>
              <a:rPr lang="en-US" sz="2000"/>
              <a:t>A remote controller using breadboard components and Bluetooth</a:t>
            </a:r>
          </a:p>
          <a:p>
            <a:r>
              <a:rPr lang="en-US" sz="2000"/>
              <a:t>A 3D printed shell casing for the remote controller.</a:t>
            </a:r>
          </a:p>
          <a:p>
            <a:r>
              <a:rPr lang="en-US" sz="2000"/>
              <a:t>Dual Monitors</a:t>
            </a:r>
          </a:p>
          <a:p>
            <a:r>
              <a:rPr lang="en-US" sz="2000"/>
              <a:t>A single Raspberry Pi 4</a:t>
            </a:r>
          </a:p>
          <a:p>
            <a:endParaRPr lang="en-US" sz="2000"/>
          </a:p>
          <a:p>
            <a:endParaRPr lang="en-US" sz="2000"/>
          </a:p>
        </p:txBody>
      </p:sp>
    </p:spTree>
    <p:extLst>
      <p:ext uri="{BB962C8B-B14F-4D97-AF65-F5344CB8AC3E}">
        <p14:creationId xmlns:p14="http://schemas.microsoft.com/office/powerpoint/2010/main" val="194744629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B9F3E814-9C14-2518-CEB5-159E59663829}"/>
              </a:ext>
            </a:extLst>
          </p:cNvPr>
          <p:cNvSpPr>
            <a:spLocks noGrp="1"/>
          </p:cNvSpPr>
          <p:nvPr>
            <p:ph type="title"/>
          </p:nvPr>
        </p:nvSpPr>
        <p:spPr>
          <a:xfrm>
            <a:off x="1314824" y="735106"/>
            <a:ext cx="10053763" cy="2928470"/>
          </a:xfrm>
        </p:spPr>
        <p:txBody>
          <a:bodyPr vert="horz" lIns="91440" tIns="45720" rIns="91440" bIns="45720" rtlCol="0" anchor="b">
            <a:normAutofit/>
          </a:bodyPr>
          <a:lstStyle/>
          <a:p>
            <a:r>
              <a:rPr lang="en-US" sz="4800" kern="1200">
                <a:solidFill>
                  <a:srgbClr val="FFFFFF"/>
                </a:solidFill>
                <a:latin typeface="+mj-lt"/>
                <a:ea typeface="+mj-ea"/>
                <a:cs typeface="+mj-cs"/>
              </a:rPr>
              <a:t>Demo Time</a:t>
            </a:r>
          </a:p>
        </p:txBody>
      </p:sp>
    </p:spTree>
    <p:extLst>
      <p:ext uri="{BB962C8B-B14F-4D97-AF65-F5344CB8AC3E}">
        <p14:creationId xmlns:p14="http://schemas.microsoft.com/office/powerpoint/2010/main" val="26985615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4" name="Rectangle 33">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6" name="Rectangle 35">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5BE285C-24AB-2C21-F738-D2806DC93EAE}"/>
              </a:ext>
            </a:extLst>
          </p:cNvPr>
          <p:cNvSpPr>
            <a:spLocks noGrp="1"/>
          </p:cNvSpPr>
          <p:nvPr>
            <p:ph type="title"/>
          </p:nvPr>
        </p:nvSpPr>
        <p:spPr>
          <a:xfrm>
            <a:off x="1383564" y="348865"/>
            <a:ext cx="9718111" cy="1576446"/>
          </a:xfrm>
        </p:spPr>
        <p:txBody>
          <a:bodyPr anchor="ctr">
            <a:normAutofit/>
          </a:bodyPr>
          <a:lstStyle/>
          <a:p>
            <a:r>
              <a:rPr lang="en-US" sz="4000" dirty="0">
                <a:solidFill>
                  <a:srgbClr val="FFFFFF"/>
                </a:solidFill>
              </a:rPr>
              <a:t>The Good Things</a:t>
            </a:r>
          </a:p>
        </p:txBody>
      </p:sp>
      <p:graphicFrame>
        <p:nvGraphicFramePr>
          <p:cNvPr id="38" name="Content Placeholder 2">
            <a:extLst>
              <a:ext uri="{FF2B5EF4-FFF2-40B4-BE49-F238E27FC236}">
                <a16:creationId xmlns:a16="http://schemas.microsoft.com/office/drawing/2014/main" id="{BBEC9E7A-FAC2-571F-E7AF-E2DC53714209}"/>
              </a:ext>
            </a:extLst>
          </p:cNvPr>
          <p:cNvGraphicFramePr>
            <a:graphicFrameLocks noGrp="1"/>
          </p:cNvGraphicFramePr>
          <p:nvPr>
            <p:ph idx="1"/>
            <p:extLst>
              <p:ext uri="{D42A27DB-BD31-4B8C-83A1-F6EECF244321}">
                <p14:modId xmlns:p14="http://schemas.microsoft.com/office/powerpoint/2010/main" val="2442983050"/>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3729183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pic>
        <p:nvPicPr>
          <p:cNvPr id="34" name="Picture 33">
            <a:extLst>
              <a:ext uri="{FF2B5EF4-FFF2-40B4-BE49-F238E27FC236}">
                <a16:creationId xmlns:a16="http://schemas.microsoft.com/office/drawing/2014/main" id="{DB1B7B14-C517-3846-4668-F1AE04FB4620}"/>
              </a:ext>
            </a:extLst>
          </p:cNvPr>
          <p:cNvPicPr>
            <a:picLocks noChangeAspect="1"/>
          </p:cNvPicPr>
          <p:nvPr/>
        </p:nvPicPr>
        <p:blipFill>
          <a:blip r:embed="rId3">
            <a:duotone>
              <a:prstClr val="black"/>
              <a:schemeClr val="tx2">
                <a:tint val="45000"/>
                <a:satMod val="400000"/>
              </a:schemeClr>
            </a:duotone>
            <a:alphaModFix amt="25000"/>
          </a:blip>
          <a:srcRect b="12791"/>
          <a:stretch>
            <a:fillRect/>
          </a:stretch>
        </p:blipFill>
        <p:spPr>
          <a:xfrm>
            <a:off x="20" y="10"/>
            <a:ext cx="12191980" cy="6857990"/>
          </a:xfrm>
          <a:prstGeom prst="rect">
            <a:avLst/>
          </a:prstGeom>
        </p:spPr>
      </p:pic>
      <p:sp>
        <p:nvSpPr>
          <p:cNvPr id="2" name="Title 1">
            <a:extLst>
              <a:ext uri="{FF2B5EF4-FFF2-40B4-BE49-F238E27FC236}">
                <a16:creationId xmlns:a16="http://schemas.microsoft.com/office/drawing/2014/main" id="{0158A5E9-193C-D49E-A639-7785839AB120}"/>
              </a:ext>
            </a:extLst>
          </p:cNvPr>
          <p:cNvSpPr>
            <a:spLocks noGrp="1"/>
          </p:cNvSpPr>
          <p:nvPr>
            <p:ph type="title"/>
          </p:nvPr>
        </p:nvSpPr>
        <p:spPr>
          <a:xfrm>
            <a:off x="838200" y="365125"/>
            <a:ext cx="10515600" cy="1325563"/>
          </a:xfrm>
        </p:spPr>
        <p:txBody>
          <a:bodyPr>
            <a:normAutofit/>
          </a:bodyPr>
          <a:lstStyle/>
          <a:p>
            <a:r>
              <a:rPr lang="en-US" dirty="0"/>
              <a:t>The Challenges </a:t>
            </a:r>
          </a:p>
        </p:txBody>
      </p:sp>
      <p:graphicFrame>
        <p:nvGraphicFramePr>
          <p:cNvPr id="22" name="Content Placeholder 2">
            <a:extLst>
              <a:ext uri="{FF2B5EF4-FFF2-40B4-BE49-F238E27FC236}">
                <a16:creationId xmlns:a16="http://schemas.microsoft.com/office/drawing/2014/main" id="{B33DB0E1-97E4-BC0F-EEA6-5BBA9597545C}"/>
              </a:ext>
            </a:extLst>
          </p:cNvPr>
          <p:cNvGraphicFramePr>
            <a:graphicFrameLocks noGrp="1"/>
          </p:cNvGraphicFramePr>
          <p:nvPr>
            <p:ph idx="1"/>
            <p:extLst>
              <p:ext uri="{D42A27DB-BD31-4B8C-83A1-F6EECF244321}">
                <p14:modId xmlns:p14="http://schemas.microsoft.com/office/powerpoint/2010/main" val="3684089784"/>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2744171302"/>
      </p:ext>
    </p:extLst>
  </p:cSld>
  <p:clrMapOvr>
    <a:overrideClrMapping bg1="dk1" tx1="lt1" bg2="dk2" tx2="lt2" accent1="accent1" accent2="accent2" accent3="accent3" accent4="accent4" accent5="accent5" accent6="accent6" hlink="hlink" folHlink="folHlink"/>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6" name="Rectangle 25">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AD0977E1-244A-CD1B-39C2-1813C2467B32}"/>
              </a:ext>
            </a:extLst>
          </p:cNvPr>
          <p:cNvSpPr>
            <a:spLocks noGrp="1"/>
          </p:cNvSpPr>
          <p:nvPr>
            <p:ph type="title"/>
          </p:nvPr>
        </p:nvSpPr>
        <p:spPr>
          <a:xfrm>
            <a:off x="1383564" y="348865"/>
            <a:ext cx="9718111" cy="1576446"/>
          </a:xfrm>
        </p:spPr>
        <p:txBody>
          <a:bodyPr anchor="ctr">
            <a:normAutofit/>
          </a:bodyPr>
          <a:lstStyle/>
          <a:p>
            <a:r>
              <a:rPr lang="en-US" sz="4000" dirty="0">
                <a:solidFill>
                  <a:srgbClr val="FFFFFF"/>
                </a:solidFill>
              </a:rPr>
              <a:t>Lessons learned </a:t>
            </a:r>
          </a:p>
        </p:txBody>
      </p:sp>
      <p:graphicFrame>
        <p:nvGraphicFramePr>
          <p:cNvPr id="22" name="Content Placeholder 2">
            <a:extLst>
              <a:ext uri="{FF2B5EF4-FFF2-40B4-BE49-F238E27FC236}">
                <a16:creationId xmlns:a16="http://schemas.microsoft.com/office/drawing/2014/main" id="{09FDA5D8-38DA-A1DF-3565-E381C545CC93}"/>
              </a:ext>
            </a:extLst>
          </p:cNvPr>
          <p:cNvGraphicFramePr>
            <a:graphicFrameLocks noGrp="1"/>
          </p:cNvGraphicFramePr>
          <p:nvPr>
            <p:ph idx="1"/>
            <p:extLst>
              <p:ext uri="{D42A27DB-BD31-4B8C-83A1-F6EECF244321}">
                <p14:modId xmlns:p14="http://schemas.microsoft.com/office/powerpoint/2010/main" val="35925774"/>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5299190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5" name="Rectangle 24">
            <a:extLst>
              <a:ext uri="{FF2B5EF4-FFF2-40B4-BE49-F238E27FC236}">
                <a16:creationId xmlns:a16="http://schemas.microsoft.com/office/drawing/2014/main" id="{5E7AA7E8-8006-4E1F-A566-FCF37EE6F3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rgbClr val="FFFFFF"/>
              </a:solidFill>
            </a:endParaRPr>
          </a:p>
        </p:txBody>
      </p:sp>
      <p:sp>
        <p:nvSpPr>
          <p:cNvPr id="2" name="Title 1">
            <a:extLst>
              <a:ext uri="{FF2B5EF4-FFF2-40B4-BE49-F238E27FC236}">
                <a16:creationId xmlns:a16="http://schemas.microsoft.com/office/drawing/2014/main" id="{59A88F1E-493C-7435-1E84-B380180B797F}"/>
              </a:ext>
            </a:extLst>
          </p:cNvPr>
          <p:cNvSpPr>
            <a:spLocks noGrp="1"/>
          </p:cNvSpPr>
          <p:nvPr>
            <p:ph type="title"/>
          </p:nvPr>
        </p:nvSpPr>
        <p:spPr>
          <a:xfrm>
            <a:off x="242910" y="1598246"/>
            <a:ext cx="4626709" cy="5122985"/>
          </a:xfrm>
        </p:spPr>
        <p:txBody>
          <a:bodyPr vert="horz" lIns="91440" tIns="45720" rIns="91440" bIns="45720" rtlCol="0" anchor="t">
            <a:normAutofit/>
          </a:bodyPr>
          <a:lstStyle/>
          <a:p>
            <a:pPr algn="r"/>
            <a:r>
              <a:rPr lang="en-US" sz="7400" dirty="0">
                <a:solidFill>
                  <a:srgbClr val="FFFFFF"/>
                </a:solidFill>
              </a:rPr>
              <a:t>Thank you!</a:t>
            </a:r>
            <a:endParaRPr lang="en-US" sz="7400" kern="1200" dirty="0">
              <a:solidFill>
                <a:srgbClr val="FFFFFF"/>
              </a:solidFill>
              <a:latin typeface="+mj-lt"/>
              <a:ea typeface="+mj-ea"/>
              <a:cs typeface="+mj-cs"/>
            </a:endParaRPr>
          </a:p>
        </p:txBody>
      </p:sp>
      <p:cxnSp>
        <p:nvCxnSpPr>
          <p:cNvPr id="27" name="Straight Connector 26">
            <a:extLst>
              <a:ext uri="{FF2B5EF4-FFF2-40B4-BE49-F238E27FC236}">
                <a16:creationId xmlns:a16="http://schemas.microsoft.com/office/drawing/2014/main" id="{56020367-4FD5-4596-8E10-C5F095CD8DBF}"/>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5447322" y="1589368"/>
            <a:ext cx="0" cy="5259754"/>
          </a:xfrm>
          <a:prstGeom prst="line">
            <a:avLst/>
          </a:prstGeom>
          <a:ln w="25400" cap="sq">
            <a:solidFill>
              <a:srgbClr val="FFFFFF"/>
            </a:solidFill>
            <a:beve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5163068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1279</TotalTime>
  <Words>660</Words>
  <Application>Microsoft Office PowerPoint</Application>
  <PresentationFormat>Widescreen</PresentationFormat>
  <Paragraphs>79</Paragraphs>
  <Slides>11</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A Dungeons and Dragons Program</vt:lpstr>
      <vt:lpstr>Agenda</vt:lpstr>
      <vt:lpstr>The Members of the Arcane Armoury Project</vt:lpstr>
      <vt:lpstr>The Arcane Armoury Project</vt:lpstr>
      <vt:lpstr>Scope of Arcane Armoury Project</vt:lpstr>
      <vt:lpstr>The Tech Stack</vt:lpstr>
      <vt:lpstr>Demo Time</vt:lpstr>
      <vt:lpstr>The Good Things</vt:lpstr>
      <vt:lpstr>The Challenges </vt:lpstr>
      <vt:lpstr>Lessons learned </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Brayden Burton</dc:creator>
  <cp:lastModifiedBy>Brayden Burton</cp:lastModifiedBy>
  <cp:revision>4</cp:revision>
  <dcterms:created xsi:type="dcterms:W3CDTF">2026-04-01T16:28:27Z</dcterms:created>
  <dcterms:modified xsi:type="dcterms:W3CDTF">2026-04-07T19:25:43Z</dcterms:modified>
</cp:coreProperties>
</file>